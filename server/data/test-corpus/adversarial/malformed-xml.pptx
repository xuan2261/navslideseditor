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!DOCTYPE a [<!ELEMENT a ANY>]>
<a/>
</file>