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_rels/slide1.xml.rels><?xml version="1.0"?><Relationships xmlns="http://schemas.openxmlformats.org/package/2006/relationships"><Relationship Id="rId1" Type="http://schemas.openxmlformats.org/officeDocument/2006/relationships/image" Target="https://evil.example.test/remote.png" TargetMode="External"/></Relationships>
</file>

<file path=ppt/slides/slide1.xml><?xml version="1.0" encoding="utf-8"?>
<sld/>
</file>