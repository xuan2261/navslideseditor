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comments/comment1.xml><?xml version="1.0" encoding="utf-8"?>
<p:cm xmlns:p="http://schemas.openxmlformats.org/presentationml/2006/main"/>
</file>

<file path=ppt/notesSlides/notesSlide1.xml><?xml version="1.0" encoding="utf-8"?>
<p:notes xmlns:p="http://schemas.openxmlformats.org/presentationml/2006/main"/>
</file>

<file path=ppt/slides/_rels/slide1.xml.rels><?xml version="1.0"?><Relationships xmlns="http://schemas.openxmlformats.org/package/2006/relationships"><Relationship Id="rId1" Type="http://schemas.openxmlformats.org/officeDocument/2006/relationships/notesSlide" Target="../notesSlides/notesSlide1.xml"/></Relationships>
</file>