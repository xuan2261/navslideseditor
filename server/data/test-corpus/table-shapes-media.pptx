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Mixed table, shapes, and image media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1338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521208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Import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Mapping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Yellow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Editor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Export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Runtime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51560"/>
            <a:ext cx="201168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26880" y="1143000"/>
            <a:ext cx="1417320" cy="1417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89720" y="2880360"/>
            <a:ext cx="1645920" cy="114300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42976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Mixed media deck: table borders, embedded image, shape palette.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 Editor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shapes media</dc:title>
  <dc:subject>Table shapes media</dc:subject>
  <dc:creator>NavSlides Editor test corpus</dc:creator>
  <cp:lastModifiedBy>NavSlides Editor test corpus</cp:lastModifiedBy>
  <cp:revision>1</cp:revision>
  <dcterms:created xsi:type="dcterms:W3CDTF">2026-05-24T20:46:28Z</dcterms:created>
  <dcterms:modified xsi:type="dcterms:W3CDTF">2026-05-24T20:46:28Z</dcterms:modified>
</cp:coreProperties>
</file>