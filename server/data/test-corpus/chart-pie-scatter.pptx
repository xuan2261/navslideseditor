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Pie chart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Pt>
            <c:idx val="3"/>
            <c:bubble3D val="0"/>
            <c:spPr>
              <a:solidFill>
                <a:srgbClr val="F17CB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Core</c:v>
                </c:pt>
                <c:pt idx="1">
                  <c:v>Growth</c:v>
                </c:pt>
                <c:pt idx="2">
                  <c:v>Ops</c:v>
                </c:pt>
                <c:pt idx="3">
                  <c:v>Risk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24</c:v>
                </c:pt>
                <c:pt idx="2">
                  <c:v>20</c:v>
                </c:pt>
                <c:pt idx="3">
                  <c:v>14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Scatter chart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Campaign B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6</c:v>
                </c:pt>
                <c:pt idx="1">
                  <c:v>14</c:v>
                </c:pt>
                <c:pt idx="2">
                  <c:v>20</c:v>
                </c:pt>
                <c:pt idx="3">
                  <c:v>29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23</c:v>
                </c:pt>
                <c:pt idx="3">
                  <c:v>27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Chart-heavy fixture: pie and scatter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mix and observed conversion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1338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731520" y="914400"/>
          <a:ext cx="4663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914400"/>
          <a:ext cx="4846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NavSlides Editor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pie and scatter</dc:title>
  <dc:subject>Chart pie and scatter</dc:subject>
  <dc:creator>NavSlides Editor test corpus</dc:creator>
  <cp:lastModifiedBy>NavSlides Editor test corpus</cp:lastModifiedBy>
  <cp:revision>1</cp:revision>
  <dcterms:created xsi:type="dcterms:W3CDTF">2026-05-24T20:46:28Z</dcterms:created>
  <dcterms:modified xsi:type="dcterms:W3CDTF">2026-05-24T20:46:28Z</dcterms:modified>
</cp:coreProperties>
</file>