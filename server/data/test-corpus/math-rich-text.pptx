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Math-heavy fixture: equations represented as styled text and symbols.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 notation and styled text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13385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Einstein relation: </a:t>
            </a:r>
            <a:pPr indent="0" marL="0">
              <a:buNone/>
            </a:pPr>
            <a:r>
              <a:rPr lang="en-US" sz="2200" i="1" dirty="0">
                <a:solidFill>
                  <a:srgbClr val="1D4ED8"/>
                </a:solidFill>
              </a:rPr>
              <a:t>E = mc2</a:t>
            </a:r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</a:rPr>
              <a:t>  |  Quadratic: ax2 + bx + c = 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Fractions and symbols: (a/b) + sqrt(x) = integral f(x) dx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3017520"/>
            <a:ext cx="43891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2186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Sub/sup approximation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3A8A"/>
                </a:solidFill>
              </a:rPr>
              <a:t>H2O, x^2, y_n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NavSlides Editor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rich text</dc:title>
  <dc:subject>Math rich text</dc:subject>
  <dc:creator>NavSlides Editor test corpus</dc:creator>
  <cp:lastModifiedBy>NavSlides Editor test corpus</cp:lastModifiedBy>
  <cp:revision>1</cp:revision>
  <dcterms:created xsi:type="dcterms:W3CDTF">2026-05-24T20:46:28Z</dcterms:created>
  <dcterms:modified xsi:type="dcterms:W3CDTF">2026-05-24T20:46:28Z</dcterms:modified>
</cp:coreProperties>
</file>