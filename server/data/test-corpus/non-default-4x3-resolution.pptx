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4:3 fixture for PPTX import canvas resolution normalization.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4:3 Resolution Fixture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194560" y="2743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 box should stay centered after import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14800" y="2194560"/>
            <a:ext cx="914400" cy="914400"/>
          </a:xfrm>
          <a:prstGeom prst="rect">
            <a:avLst/>
          </a:prstGeom>
          <a:solidFill>
            <a:srgbClr val="60A5FA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217920"/>
            <a:ext cx="822960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NavSlides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Default 4x3 Resolution Fixture</dc:title>
  <dc:subject>4:3 import resolution regression fixture</dc:subject>
  <dc:creator>NavSlides Editor</dc:creator>
  <cp:lastModifiedBy>NavSlides Editor</cp:lastModifiedBy>
  <cp:revision>1</cp:revision>
  <dcterms:created xsi:type="dcterms:W3CDTF">2026-05-25T11:04:45Z</dcterms:created>
  <dcterms:modified xsi:type="dcterms:W3CDTF">2026-05-25T11:04:45Z</dcterms:modified>
</cp:coreProperties>
</file>