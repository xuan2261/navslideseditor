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Bar chart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18</c:v>
                </c:pt>
                <c:pt idx="2">
                  <c:v>24</c:v>
                </c:pt>
                <c:pt idx="3">
                  <c:v>31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Services</c:v>
                </c:pt>
              </c:strCache>
            </c:strRef>
          </c:tx>
          <c:spPr>
            <a:solidFill>
              <a:srgbClr val="4F81B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</c:v>
                </c:pt>
                <c:pt idx="1">
                  <c:v>7</c:v>
                </c:pt>
                <c:pt idx="2">
                  <c:v>10</c:v>
                </c:pt>
                <c:pt idx="3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Line chart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Margin</c:v>
                </c:pt>
              </c:strCache>
            </c:strRef>
          </c:tx>
          <c:spPr>
            <a:solidFill>
              <a:srgbClr val="C0504D"/>
            </a:solidFill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</c:v>
                </c:pt>
                <c:pt idx="1">
                  <c:v>30</c:v>
                </c:pt>
                <c:pt idx="2">
                  <c:v>33</c:v>
                </c:pt>
                <c:pt idx="3">
                  <c:v>35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Retention</c:v>
                </c:pt>
              </c:strCache>
            </c:strRef>
          </c:tx>
          <c:spPr>
            <a:solidFill>
              <a:srgbClr val="4F81BD"/>
            </a:solidFill>
            <a:ln w="25400" cap="flat">
              <a:solidFill>
                <a:srgbClr val="4F81B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F81BD"/>
              </a:solidFill>
              <a:ln w="9525" cap="flat">
                <a:solidFill>
                  <a:srgbClr val="4F81B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82</c:v>
                </c:pt>
                <c:pt idx="1">
                  <c:v>84</c:v>
                </c:pt>
                <c:pt idx="2">
                  <c:v>87</c:v>
                </c:pt>
                <c:pt idx="3">
                  <c:v>89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Chart-heavy fixture: bar and line charts with legends and titles.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Quarterly revenue and margin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65760" y="566928"/>
            <a:ext cx="113385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548640" y="868680"/>
          <a:ext cx="53035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400800" y="868680"/>
          <a:ext cx="49377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NavSlides Editor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Chart bars and lines</dc:title>
  <dc:subject>Chart bars and lines</dc:subject>
  <dc:creator>NavSlides Editor test corpus</dc:creator>
  <cp:lastModifiedBy>NavSlides Editor test corpus</cp:lastModifiedBy>
  <cp:revision>1</cp:revision>
  <dcterms:created xsi:type="dcterms:W3CDTF">2026-05-24T20:46:28Z</dcterms:created>
  <dcterms:modified xsi:type="dcterms:W3CDTF">2026-05-24T20:46:28Z</dcterms:modified>
</cp:coreProperties>
</file>