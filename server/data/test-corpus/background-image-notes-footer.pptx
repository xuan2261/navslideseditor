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 fixture: verify speaker notes and full-bleed image/background handling.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35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1097280"/>
            <a:ext cx="10881360" cy="411480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05840" y="1508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Full-bleed image background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188720" y="278892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Footer and speaker notes should survive import diagnostics.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6309360"/>
            <a:ext cx="10881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Confidential footer - 2026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NavSlides Editor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Background image notes footer</dc:title>
  <dc:subject>Background image notes footer</dc:subject>
  <dc:creator>NavSlides Editor test corpus</dc:creator>
  <cp:lastModifiedBy>NavSlides Editor test corpus</cp:lastModifiedBy>
  <cp:revision>1</cp:revision>
  <dcterms:created xsi:type="dcterms:W3CDTF">2026-05-24T20:46:28Z</dcterms:created>
  <dcterms:modified xsi:type="dcterms:W3CDTF">2026-05-24T20:46:28Z</dcterms:modified>
</cp:coreProperties>
</file>