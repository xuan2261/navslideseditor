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handoff process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113385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828800"/>
            <a:ext cx="150876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574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Intake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40280" y="2029968"/>
            <a:ext cx="502920" cy="36576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1828800"/>
            <a:ext cx="1508760" cy="777240"/>
          </a:xfrm>
          <a:prstGeom prst="roundRect">
            <a:avLst/>
          </a:prstGeom>
          <a:solidFill>
            <a:srgbClr val="C7D2F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20574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Review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2029968"/>
            <a:ext cx="502920" cy="36576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0" y="1828800"/>
            <a:ext cx="1508760" cy="777240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0574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Map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20840" y="2029968"/>
            <a:ext cx="502920" cy="36576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60920" y="1828800"/>
            <a:ext cx="1508760" cy="77724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20574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Approve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0" y="2029968"/>
            <a:ext cx="502920" cy="36576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0" y="1828800"/>
            <a:ext cx="1508760" cy="777240"/>
          </a:xfrm>
          <a:prstGeom prst="roundRect">
            <a:avLst/>
          </a:prstGeom>
          <a:solidFill>
            <a:srgbClr val="BFDBF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0" y="20574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Publish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3017520"/>
            <a:ext cx="9601200" cy="548640"/>
          </a:xfrm>
          <a:prstGeom prst="bracePair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703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Shape-based diagram with connectors, arrows, and brace annotation.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NavSlides Editor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 process flow</dc:title>
  <dc:subject>Diagram process flow</dc:subject>
  <dc:creator>NavSlides Editor test corpus</dc:creator>
  <cp:lastModifiedBy>NavSlides Editor test corpus</cp:lastModifiedBy>
  <cp:revision>1</cp:revision>
  <dcterms:created xsi:type="dcterms:W3CDTF">2026-05-24T20:46:28Z</dcterms:created>
  <dcterms:modified xsi:type="dcterms:W3CDTF">2026-05-24T20:46:28Z</dcterms:modified>
</cp:coreProperties>
</file>