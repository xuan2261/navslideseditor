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591" r:id="rId2"/>
    <p:sldId id="592" r:id="rId3"/>
    <p:sldId id="590" r:id="rId4"/>
    <p:sldId id="568" r:id="rId5"/>
    <p:sldId id="569" r:id="rId6"/>
    <p:sldId id="596" r:id="rId7"/>
    <p:sldId id="570" r:id="rId8"/>
    <p:sldId id="571" r:id="rId9"/>
    <p:sldId id="593" r:id="rId10"/>
    <p:sldId id="594" r:id="rId11"/>
    <p:sldId id="595" r:id="rId12"/>
    <p:sldId id="578" r:id="rId13"/>
    <p:sldId id="586" r:id="rId14"/>
    <p:sldId id="588" r:id="rId15"/>
    <p:sldId id="585" r:id="rId16"/>
    <p:sldId id="587" r:id="rId17"/>
    <p:sldId id="580" r:id="rId18"/>
    <p:sldId id="582" r:id="rId19"/>
    <p:sldId id="581" r:id="rId20"/>
    <p:sldId id="597" r:id="rId21"/>
  </p:sldIdLst>
  <p:sldSz cx="12192000" cy="6858000"/>
  <p:notesSz cx="6858000" cy="9144000"/>
  <p:defaultTextStyle>
    <a:defPPr>
      <a:defRPr lang="en-US"/>
    </a:defPPr>
    <a:lvl1pPr algn="l" rtl="0" eaLnBrk="0" fontAlgn="base" hangingPunct="0">
      <a:spcBef>
        <a:spcPct val="0"/>
      </a:spcBef>
      <a:spcAft>
        <a:spcPct val="0"/>
      </a:spcAft>
      <a:defRPr sz="2400" kern="1200">
        <a:solidFill>
          <a:srgbClr val="07170A"/>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rgbClr val="07170A"/>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rgbClr val="07170A"/>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rgbClr val="07170A"/>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rgbClr val="07170A"/>
        </a:solidFill>
        <a:latin typeface="Times New Roman" panose="02020603050405020304" pitchFamily="18" charset="0"/>
        <a:ea typeface="+mn-ea"/>
        <a:cs typeface="+mn-cs"/>
      </a:defRPr>
    </a:lvl5pPr>
    <a:lvl6pPr marL="2286000" algn="l" defTabSz="914400" rtl="0" eaLnBrk="1" latinLnBrk="0" hangingPunct="1">
      <a:defRPr sz="2400" kern="1200">
        <a:solidFill>
          <a:srgbClr val="07170A"/>
        </a:solidFill>
        <a:latin typeface="Times New Roman" panose="02020603050405020304" pitchFamily="18" charset="0"/>
        <a:ea typeface="+mn-ea"/>
        <a:cs typeface="+mn-cs"/>
      </a:defRPr>
    </a:lvl6pPr>
    <a:lvl7pPr marL="2743200" algn="l" defTabSz="914400" rtl="0" eaLnBrk="1" latinLnBrk="0" hangingPunct="1">
      <a:defRPr sz="2400" kern="1200">
        <a:solidFill>
          <a:srgbClr val="07170A"/>
        </a:solidFill>
        <a:latin typeface="Times New Roman" panose="02020603050405020304" pitchFamily="18" charset="0"/>
        <a:ea typeface="+mn-ea"/>
        <a:cs typeface="+mn-cs"/>
      </a:defRPr>
    </a:lvl7pPr>
    <a:lvl8pPr marL="3200400" algn="l" defTabSz="914400" rtl="0" eaLnBrk="1" latinLnBrk="0" hangingPunct="1">
      <a:defRPr sz="2400" kern="1200">
        <a:solidFill>
          <a:srgbClr val="07170A"/>
        </a:solidFill>
        <a:latin typeface="Times New Roman" panose="02020603050405020304" pitchFamily="18" charset="0"/>
        <a:ea typeface="+mn-ea"/>
        <a:cs typeface="+mn-cs"/>
      </a:defRPr>
    </a:lvl8pPr>
    <a:lvl9pPr marL="3657600" algn="l" defTabSz="914400" rtl="0" eaLnBrk="1" latinLnBrk="0" hangingPunct="1">
      <a:defRPr sz="2400" kern="1200">
        <a:solidFill>
          <a:srgbClr val="07170A"/>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9E"/>
    <a:srgbClr val="00CC00"/>
    <a:srgbClr val="FF0000"/>
    <a:srgbClr val="000000"/>
    <a:srgbClr val="CCFF33"/>
    <a:srgbClr val="FFFF00"/>
    <a:srgbClr val="FF0066"/>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62" autoAdjust="0"/>
    <p:restoredTop sz="68223" autoAdjust="0"/>
  </p:normalViewPr>
  <p:slideViewPr>
    <p:cSldViewPr>
      <p:cViewPr varScale="1">
        <p:scale>
          <a:sx n="76" d="100"/>
          <a:sy n="76" d="100"/>
        </p:scale>
        <p:origin x="1890" y="90"/>
      </p:cViewPr>
      <p:guideLst>
        <p:guide orient="horz" pos="2160"/>
        <p:guide pos="3840"/>
      </p:guideLst>
    </p:cSldViewPr>
  </p:slideViewPr>
  <p:outlineViewPr>
    <p:cViewPr>
      <p:scale>
        <a:sx n="33" d="100"/>
        <a:sy n="33" d="100"/>
      </p:scale>
      <p:origin x="0" y="2362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4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a:extLst>
              <a:ext uri="{FF2B5EF4-FFF2-40B4-BE49-F238E27FC236}">
                <a16:creationId xmlns:a16="http://schemas.microsoft.com/office/drawing/2014/main" id="{1559E040-893F-EE5A-7DD6-8CA16796F35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Arial" charset="0"/>
              </a:defRPr>
            </a:lvl1pPr>
          </a:lstStyle>
          <a:p>
            <a:pPr>
              <a:defRPr/>
            </a:pPr>
            <a:r>
              <a:rPr lang="en-US"/>
              <a:t>GV: VŨ QUỐC TUẤN</a:t>
            </a:r>
          </a:p>
        </p:txBody>
      </p:sp>
      <p:sp>
        <p:nvSpPr>
          <p:cNvPr id="173059" name="Rectangle 3">
            <a:extLst>
              <a:ext uri="{FF2B5EF4-FFF2-40B4-BE49-F238E27FC236}">
                <a16:creationId xmlns:a16="http://schemas.microsoft.com/office/drawing/2014/main" id="{4795DCC4-5111-5DF6-FDF9-950FD8DF12D8}"/>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defRPr>
            </a:lvl1pPr>
          </a:lstStyle>
          <a:p>
            <a:pPr>
              <a:defRPr/>
            </a:pPr>
            <a:fld id="{06CE8743-D2D9-4B8D-861E-AE7F94D3BC27}" type="datetime1">
              <a:rPr lang="en-US"/>
              <a:pPr>
                <a:defRPr/>
              </a:pPr>
              <a:t>11/04/2026</a:t>
            </a:fld>
            <a:endParaRPr lang="en-US"/>
          </a:p>
        </p:txBody>
      </p:sp>
      <p:sp>
        <p:nvSpPr>
          <p:cNvPr id="173060" name="Rectangle 4">
            <a:extLst>
              <a:ext uri="{FF2B5EF4-FFF2-40B4-BE49-F238E27FC236}">
                <a16:creationId xmlns:a16="http://schemas.microsoft.com/office/drawing/2014/main" id="{9B641284-138D-573C-CC46-F67B702117D6}"/>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Arial" charset="0"/>
              </a:defRPr>
            </a:lvl1pPr>
          </a:lstStyle>
          <a:p>
            <a:pPr>
              <a:defRPr/>
            </a:pPr>
            <a:r>
              <a:rPr lang="en-US"/>
              <a:t>KỸ THUẬT XUNG - SỐ</a:t>
            </a:r>
          </a:p>
        </p:txBody>
      </p:sp>
      <p:sp>
        <p:nvSpPr>
          <p:cNvPr id="173061" name="Rectangle 5">
            <a:extLst>
              <a:ext uri="{FF2B5EF4-FFF2-40B4-BE49-F238E27FC236}">
                <a16:creationId xmlns:a16="http://schemas.microsoft.com/office/drawing/2014/main" id="{505F3CDA-F85A-E89A-C723-862A4C7FF63F}"/>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Arial" panose="020B0604020202020204" pitchFamily="34" charset="0"/>
              </a:defRPr>
            </a:lvl1pPr>
          </a:lstStyle>
          <a:p>
            <a:fld id="{FA0A6A21-9D44-4829-9FB2-869427FF61CD}"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2A39B928-0136-5E57-79E8-62EB515E338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Arial" charset="0"/>
              </a:defRPr>
            </a:lvl1pPr>
          </a:lstStyle>
          <a:p>
            <a:pPr>
              <a:defRPr/>
            </a:pPr>
            <a:r>
              <a:rPr lang="en-US"/>
              <a:t>GV: VŨ QUỐC TUẤN</a:t>
            </a:r>
          </a:p>
        </p:txBody>
      </p:sp>
      <p:sp>
        <p:nvSpPr>
          <p:cNvPr id="167939" name="Rectangle 3">
            <a:extLst>
              <a:ext uri="{FF2B5EF4-FFF2-40B4-BE49-F238E27FC236}">
                <a16:creationId xmlns:a16="http://schemas.microsoft.com/office/drawing/2014/main" id="{9F191646-B845-899E-538B-87AFE8465F7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defRPr>
            </a:lvl1pPr>
          </a:lstStyle>
          <a:p>
            <a:pPr>
              <a:defRPr/>
            </a:pPr>
            <a:fld id="{0723A2A6-0206-427E-8C5F-A92392C01236}" type="datetime1">
              <a:rPr lang="en-US"/>
              <a:pPr>
                <a:defRPr/>
              </a:pPr>
              <a:t>11/04/2026</a:t>
            </a:fld>
            <a:endParaRPr lang="en-US"/>
          </a:p>
        </p:txBody>
      </p:sp>
      <p:sp>
        <p:nvSpPr>
          <p:cNvPr id="4100" name="Rectangle 4">
            <a:extLst>
              <a:ext uri="{FF2B5EF4-FFF2-40B4-BE49-F238E27FC236}">
                <a16:creationId xmlns:a16="http://schemas.microsoft.com/office/drawing/2014/main" id="{A2B66188-61EE-FBE0-0344-A0F3BDF7BB05}"/>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41" name="Rectangle 5">
            <a:extLst>
              <a:ext uri="{FF2B5EF4-FFF2-40B4-BE49-F238E27FC236}">
                <a16:creationId xmlns:a16="http://schemas.microsoft.com/office/drawing/2014/main" id="{D94D6F66-C0D7-6450-25A7-32035729CA5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7942" name="Rectangle 6">
            <a:extLst>
              <a:ext uri="{FF2B5EF4-FFF2-40B4-BE49-F238E27FC236}">
                <a16:creationId xmlns:a16="http://schemas.microsoft.com/office/drawing/2014/main" id="{5C69E948-41E8-FDCC-4BB5-6FFA52CFEBA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Arial" charset="0"/>
              </a:defRPr>
            </a:lvl1pPr>
          </a:lstStyle>
          <a:p>
            <a:pPr>
              <a:defRPr/>
            </a:pPr>
            <a:r>
              <a:rPr lang="en-US"/>
              <a:t>KỸ THUẬT XUNG - SỐ</a:t>
            </a:r>
          </a:p>
        </p:txBody>
      </p:sp>
      <p:sp>
        <p:nvSpPr>
          <p:cNvPr id="167943" name="Rectangle 7">
            <a:extLst>
              <a:ext uri="{FF2B5EF4-FFF2-40B4-BE49-F238E27FC236}">
                <a16:creationId xmlns:a16="http://schemas.microsoft.com/office/drawing/2014/main" id="{F253365D-703D-2407-A4B7-BD7E9D02CB9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Arial" panose="020B0604020202020204" pitchFamily="34" charset="0"/>
              </a:defRPr>
            </a:lvl1pPr>
          </a:lstStyle>
          <a:p>
            <a:fld id="{50D6B7AB-D270-4F81-8DAE-A1E2330D5F57}" type="slidenum">
              <a:rPr lang="en-US" altLang="en-US"/>
              <a:pPr/>
              <a:t>‹#›</a:t>
            </a:fld>
            <a:endParaRPr lang="en-US" altLang="en-US"/>
          </a:p>
        </p:txBody>
      </p:sp>
    </p:spTree>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B0DFD5EA-8E95-0F17-6B3F-D4C6B175F891}"/>
              </a:ext>
            </a:extLst>
          </p:cNvPr>
          <p:cNvSpPr>
            <a:spLocks noGrp="1" noRot="1" noChangeAspect="1" noTextEdit="1"/>
          </p:cNvSpPr>
          <p:nvPr>
            <p:ph type="sldImg"/>
          </p:nvPr>
        </p:nvSpPr>
        <p:spPr>
          <a:ln/>
        </p:spPr>
      </p:sp>
      <p:sp>
        <p:nvSpPr>
          <p:cNvPr id="12291" name="Notes Placeholder 2">
            <a:extLst>
              <a:ext uri="{FF2B5EF4-FFF2-40B4-BE49-F238E27FC236}">
                <a16:creationId xmlns:a16="http://schemas.microsoft.com/office/drawing/2014/main" id="{86A08CE3-F724-A291-18E2-5679E10CC0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vi-VN" altLang="en-US">
                <a:latin typeface="Arial" panose="020B0604020202020204" pitchFamily="34" charset="0"/>
              </a:rPr>
              <a:t>Hiện tượng ngập khoang là một quá trình động phi tuyến, ảnh hưởng trực tiếp đến ổn định và an toàn của tàu thông qua sự suy giảm chiều cao métacentric (GM) và gia tăng góc nghiêng. Các hệ thống giám sát truyền thống chủ yếu dựa trên cảm biến mức rời rạc, không cung cấp thông tin liên tục cũng như không phản ánh được tốc độ ngập – một tham số quan trọng để đánh giá mức độ rủi ro. Do đó, nghiên cứu này đề xuất một hệ thống giám sát mực nước dựa trên cảm biến analog kết hợp thuật toán phân tích tốc độ ngập và chỉ số rủi ro, nhằm nâng cao khả năng cảnh báo sớm và hỗ trợ ra quyết định trong điều kiện khai thác thực tế.</a:t>
            </a:r>
            <a:endParaRPr lang="en-US" altLang="en-US">
              <a:latin typeface="Arial" panose="020B0604020202020204" pitchFamily="34" charset="0"/>
            </a:endParaRPr>
          </a:p>
          <a:p>
            <a:endParaRPr lang="en-US" altLang="en-US">
              <a:latin typeface="Arial" panose="020B0604020202020204" pitchFamily="34" charset="0"/>
            </a:endParaRPr>
          </a:p>
        </p:txBody>
      </p:sp>
      <p:sp>
        <p:nvSpPr>
          <p:cNvPr id="12292" name="Header Placeholder 3">
            <a:extLst>
              <a:ext uri="{FF2B5EF4-FFF2-40B4-BE49-F238E27FC236}">
                <a16:creationId xmlns:a16="http://schemas.microsoft.com/office/drawing/2014/main" id="{C1A5A904-BBF8-3E87-15B0-7A9B7C5571DF}"/>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12293" name="Date Placeholder 4">
            <a:extLst>
              <a:ext uri="{FF2B5EF4-FFF2-40B4-BE49-F238E27FC236}">
                <a16:creationId xmlns:a16="http://schemas.microsoft.com/office/drawing/2014/main" id="{3845EFD2-E179-FD3B-5226-E3C3673AF7C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077EB857-C272-4ABC-98D6-8897F018C7C8}"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12294" name="Footer Placeholder 5">
            <a:extLst>
              <a:ext uri="{FF2B5EF4-FFF2-40B4-BE49-F238E27FC236}">
                <a16:creationId xmlns:a16="http://schemas.microsoft.com/office/drawing/2014/main" id="{1A14C07B-BD84-8ECB-32CE-7C5F989B3C54}"/>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12295" name="Slide Number Placeholder 6">
            <a:extLst>
              <a:ext uri="{FF2B5EF4-FFF2-40B4-BE49-F238E27FC236}">
                <a16:creationId xmlns:a16="http://schemas.microsoft.com/office/drawing/2014/main" id="{868D2F4B-4346-2821-A02B-419D80F481C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1258DB56-008E-4658-B352-36C265C86C46}" type="slidenum">
              <a:rPr lang="en-US" altLang="en-US" sz="1200">
                <a:solidFill>
                  <a:schemeClr val="tx1"/>
                </a:solidFill>
                <a:latin typeface="Arial" panose="020B0604020202020204" pitchFamily="34" charset="0"/>
              </a:rPr>
              <a:pPr/>
              <a:t>6</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5F015DD0-9C9C-15D7-1AF3-7AEF11180DE4}"/>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990D1D7E-A7CB-17B9-08CF-B61330A75D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4340" name="Header Placeholder 3">
            <a:extLst>
              <a:ext uri="{FF2B5EF4-FFF2-40B4-BE49-F238E27FC236}">
                <a16:creationId xmlns:a16="http://schemas.microsoft.com/office/drawing/2014/main" id="{37904380-9581-8F81-8C24-7E0981675E9D}"/>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14341" name="Date Placeholder 4">
            <a:extLst>
              <a:ext uri="{FF2B5EF4-FFF2-40B4-BE49-F238E27FC236}">
                <a16:creationId xmlns:a16="http://schemas.microsoft.com/office/drawing/2014/main" id="{88001133-4181-F31E-A6BB-A29412C7FC13}"/>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6DE46C83-3192-4AE2-B325-C164D790E44F}"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14342" name="Footer Placeholder 5">
            <a:extLst>
              <a:ext uri="{FF2B5EF4-FFF2-40B4-BE49-F238E27FC236}">
                <a16:creationId xmlns:a16="http://schemas.microsoft.com/office/drawing/2014/main" id="{885BE8F0-0174-2C26-E2D4-63E938B6FDC5}"/>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14343" name="Slide Number Placeholder 6">
            <a:extLst>
              <a:ext uri="{FF2B5EF4-FFF2-40B4-BE49-F238E27FC236}">
                <a16:creationId xmlns:a16="http://schemas.microsoft.com/office/drawing/2014/main" id="{41516A48-BED9-E5EC-695B-9E01CF7BBF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189987C4-3F5A-4268-A994-A26B5C681FCB}" type="slidenum">
              <a:rPr lang="en-US" altLang="en-US" sz="1200">
                <a:solidFill>
                  <a:schemeClr val="tx1"/>
                </a:solidFill>
                <a:latin typeface="Arial" panose="020B0604020202020204" pitchFamily="34" charset="0"/>
              </a:rPr>
              <a:pPr/>
              <a:t>7</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92507078-568C-F5E6-CE87-75CA26C38CFE}"/>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48B3E697-0117-090C-CBDB-E6936BFAAD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6388" name="Header Placeholder 3">
            <a:extLst>
              <a:ext uri="{FF2B5EF4-FFF2-40B4-BE49-F238E27FC236}">
                <a16:creationId xmlns:a16="http://schemas.microsoft.com/office/drawing/2014/main" id="{4371421B-D696-BDEB-843E-5F9A9A42417C}"/>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16389" name="Date Placeholder 4">
            <a:extLst>
              <a:ext uri="{FF2B5EF4-FFF2-40B4-BE49-F238E27FC236}">
                <a16:creationId xmlns:a16="http://schemas.microsoft.com/office/drawing/2014/main" id="{CD808D78-BC73-1543-CAA2-2683BCF8350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2EDA7731-7B1E-4DF2-9A5D-93E0BA093EF1}"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16390" name="Footer Placeholder 5">
            <a:extLst>
              <a:ext uri="{FF2B5EF4-FFF2-40B4-BE49-F238E27FC236}">
                <a16:creationId xmlns:a16="http://schemas.microsoft.com/office/drawing/2014/main" id="{7901879A-D74F-E43E-433C-C180AADA37D9}"/>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16391" name="Slide Number Placeholder 6">
            <a:extLst>
              <a:ext uri="{FF2B5EF4-FFF2-40B4-BE49-F238E27FC236}">
                <a16:creationId xmlns:a16="http://schemas.microsoft.com/office/drawing/2014/main" id="{C3ACCB58-C99C-D3E8-897B-9005FE40B0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A8ED90C2-A2C9-4CB6-919A-0CEB1D582C77}" type="slidenum">
              <a:rPr lang="en-US" altLang="en-US" sz="1200">
                <a:solidFill>
                  <a:schemeClr val="tx1"/>
                </a:solidFill>
                <a:latin typeface="Arial" panose="020B0604020202020204" pitchFamily="34" charset="0"/>
              </a:rPr>
              <a:pPr/>
              <a:t>8</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2370FB07-F39F-E42B-5340-2E33529D2E8F}"/>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DFACE4EF-CE4F-5AAB-FE55-C55F4DCE4FD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8436" name="Header Placeholder 3">
            <a:extLst>
              <a:ext uri="{FF2B5EF4-FFF2-40B4-BE49-F238E27FC236}">
                <a16:creationId xmlns:a16="http://schemas.microsoft.com/office/drawing/2014/main" id="{C20F73BF-DB7C-8B4B-75A6-6390805A3457}"/>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18437" name="Date Placeholder 4">
            <a:extLst>
              <a:ext uri="{FF2B5EF4-FFF2-40B4-BE49-F238E27FC236}">
                <a16:creationId xmlns:a16="http://schemas.microsoft.com/office/drawing/2014/main" id="{00A10854-050A-E75A-F755-92D1182E2A1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C1DDE3AE-6FCC-484F-8D77-34B584657E58}"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18438" name="Footer Placeholder 5">
            <a:extLst>
              <a:ext uri="{FF2B5EF4-FFF2-40B4-BE49-F238E27FC236}">
                <a16:creationId xmlns:a16="http://schemas.microsoft.com/office/drawing/2014/main" id="{C70DE20E-2D93-7803-A363-5115DE63C8AF}"/>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18439" name="Slide Number Placeholder 6">
            <a:extLst>
              <a:ext uri="{FF2B5EF4-FFF2-40B4-BE49-F238E27FC236}">
                <a16:creationId xmlns:a16="http://schemas.microsoft.com/office/drawing/2014/main" id="{DF802823-E93A-7934-7073-F976FF9AA36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7906B97B-AC6E-44A1-80E5-358790795F5E}" type="slidenum">
              <a:rPr lang="en-US" altLang="en-US" sz="1200">
                <a:solidFill>
                  <a:schemeClr val="tx1"/>
                </a:solidFill>
                <a:latin typeface="Arial" panose="020B0604020202020204" pitchFamily="34" charset="0"/>
              </a:rPr>
              <a:pPr/>
              <a:t>9</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1175E6B2-0BB5-87F6-4E29-1295586CEE8E}"/>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79AA8D38-506E-0A9D-484E-494AE97CED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Cả biến đọc liên tục trạng thái tàu như góc nghiêng, góc chúi, trạng thái ngập nước các khoang đưa về PLC </a:t>
            </a:r>
          </a:p>
          <a:p>
            <a:r>
              <a:rPr lang="en-US" altLang="en-US">
                <a:latin typeface="Arial" panose="020B0604020202020204" pitchFamily="34" charset="0"/>
              </a:rPr>
              <a:t>PLC thực hiện thuật toán </a:t>
            </a:r>
          </a:p>
          <a:p>
            <a:r>
              <a:rPr lang="en-US" altLang="en-US">
                <a:latin typeface="Arial" panose="020B0604020202020204" pitchFamily="34" charset="0"/>
              </a:rPr>
              <a:t>	- Gửi lệnh thực thi đến thiết bị chấp hành như còi, bơm,..</a:t>
            </a:r>
          </a:p>
          <a:p>
            <a:r>
              <a:rPr lang="en-US" altLang="en-US">
                <a:latin typeface="Arial" panose="020B0604020202020204" pitchFamily="34" charset="0"/>
              </a:rPr>
              <a:t>	- Cập nhật trạng thái tài lên màn hình HMI, và thiết bị điều khiển từ xa đồng thời PLC có thể nhận lệnh từ HMI, thiết bị đều khiển từ xa này</a:t>
            </a:r>
          </a:p>
        </p:txBody>
      </p:sp>
      <p:sp>
        <p:nvSpPr>
          <p:cNvPr id="20484" name="Header Placeholder 3">
            <a:extLst>
              <a:ext uri="{FF2B5EF4-FFF2-40B4-BE49-F238E27FC236}">
                <a16:creationId xmlns:a16="http://schemas.microsoft.com/office/drawing/2014/main" id="{5DE280A8-2C93-77D2-F6F8-D39DD5AF184A}"/>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20485" name="Date Placeholder 4">
            <a:extLst>
              <a:ext uri="{FF2B5EF4-FFF2-40B4-BE49-F238E27FC236}">
                <a16:creationId xmlns:a16="http://schemas.microsoft.com/office/drawing/2014/main" id="{9B8B7836-27C2-601B-EC69-8BD456B2DD6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60C72121-3943-4143-9C8E-AC5DA02B3574}"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20486" name="Footer Placeholder 5">
            <a:extLst>
              <a:ext uri="{FF2B5EF4-FFF2-40B4-BE49-F238E27FC236}">
                <a16:creationId xmlns:a16="http://schemas.microsoft.com/office/drawing/2014/main" id="{07F69442-12EB-6584-B2B1-74AC1948092D}"/>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20487" name="Slide Number Placeholder 6">
            <a:extLst>
              <a:ext uri="{FF2B5EF4-FFF2-40B4-BE49-F238E27FC236}">
                <a16:creationId xmlns:a16="http://schemas.microsoft.com/office/drawing/2014/main" id="{22EB5670-F4A7-C4FE-1FA8-2B1052A1B7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07D6A489-AD6C-440E-BB32-4D6D9F5A0C6E}" type="slidenum">
              <a:rPr lang="en-US" altLang="en-US" sz="1200">
                <a:solidFill>
                  <a:schemeClr val="tx1"/>
                </a:solidFill>
                <a:latin typeface="Arial" panose="020B0604020202020204" pitchFamily="34" charset="0"/>
              </a:rPr>
              <a:pPr/>
              <a:t>10</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D0C467B4-1E20-821A-DAAB-D44BA77720C6}"/>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89F4A315-39DC-C2F2-F47D-3348A4FC77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Từ các lý do trên, chúng tôi xây dựng quy trình bằng lưu đồ thuật toán tổng quát</a:t>
            </a:r>
          </a:p>
        </p:txBody>
      </p:sp>
      <p:sp>
        <p:nvSpPr>
          <p:cNvPr id="22532" name="Header Placeholder 3">
            <a:extLst>
              <a:ext uri="{FF2B5EF4-FFF2-40B4-BE49-F238E27FC236}">
                <a16:creationId xmlns:a16="http://schemas.microsoft.com/office/drawing/2014/main" id="{F4CCB7F6-2F36-BEA8-5203-55598109123C}"/>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22533" name="Date Placeholder 4">
            <a:extLst>
              <a:ext uri="{FF2B5EF4-FFF2-40B4-BE49-F238E27FC236}">
                <a16:creationId xmlns:a16="http://schemas.microsoft.com/office/drawing/2014/main" id="{A03BC4C3-AE1F-4748-7435-70C00ED6D284}"/>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D68DC647-FF1B-4B97-B4DC-54F3076579F9}"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22534" name="Footer Placeholder 5">
            <a:extLst>
              <a:ext uri="{FF2B5EF4-FFF2-40B4-BE49-F238E27FC236}">
                <a16:creationId xmlns:a16="http://schemas.microsoft.com/office/drawing/2014/main" id="{B534637B-0E8B-304E-8973-11176B124BE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22535" name="Slide Number Placeholder 6">
            <a:extLst>
              <a:ext uri="{FF2B5EF4-FFF2-40B4-BE49-F238E27FC236}">
                <a16:creationId xmlns:a16="http://schemas.microsoft.com/office/drawing/2014/main" id="{C32652CA-5414-C595-E3D2-C34C84C526F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45C8A01E-5647-4702-A0D2-16F11D519C4E}" type="slidenum">
              <a:rPr lang="en-US" altLang="en-US" sz="1200">
                <a:solidFill>
                  <a:schemeClr val="tx1"/>
                </a:solidFill>
                <a:latin typeface="Arial" panose="020B0604020202020204" pitchFamily="34" charset="0"/>
              </a:rPr>
              <a:pPr/>
              <a:t>11</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FD6EF268-D1CF-16F7-50C4-BCAF7703E93F}"/>
              </a:ext>
            </a:extLst>
          </p:cNvPr>
          <p:cNvSpPr>
            <a:spLocks noGrp="1" noRot="1" noChangeAspect="1" noTextEdit="1"/>
          </p:cNvSpPr>
          <p:nvPr>
            <p:ph type="sldImg"/>
          </p:nvPr>
        </p:nvSpPr>
        <p:spPr>
          <a:ln/>
        </p:spPr>
      </p:sp>
      <p:sp>
        <p:nvSpPr>
          <p:cNvPr id="24579" name="Notes Placeholder 2">
            <a:extLst>
              <a:ext uri="{FF2B5EF4-FFF2-40B4-BE49-F238E27FC236}">
                <a16:creationId xmlns:a16="http://schemas.microsoft.com/office/drawing/2014/main" id="{61FE7D08-DCE7-A5DC-511B-837CFE912D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Do đặc thù môi trường khai thác trên tàu quân sự thường xuyên phải hoạt động trong điều kiện sóng gió, rung động và nhiễu điện từ phức tạp, việc thiết kế hệ thống giám sát cần đáp ứng đồng thời các yêu cầu về độ tin cậy, khả năng làm việc liên tục và khả năng cung cấp thông tin trực quan cho người vận hành.</a:t>
            </a:r>
          </a:p>
          <a:p>
            <a:r>
              <a:rPr lang="en-US" altLang="en-US">
                <a:latin typeface="Arial" panose="020B0604020202020204" pitchFamily="34" charset="0"/>
              </a:rPr>
              <a:t>Giám sát mực nước liên tục. Một trong những yêu cầu quan trọng của hệ thống là khả năng đo lường và giám sát mực nước trong các khoang tàu một cách liên tục theo thời gian thực. </a:t>
            </a:r>
          </a:p>
          <a:p>
            <a:r>
              <a:rPr lang="en-US" altLang="en-US">
                <a:latin typeface="Arial" panose="020B0604020202020204" pitchFamily="34" charset="0"/>
              </a:rPr>
              <a:t>Cảnh báo đa cấp. Để nâng cao hiệu quả giám sát và hỗ trợ người vận hành trong quá trình xử lý sự cố, hệ thống cần được thiết kế với cơ chế cảnh báo nhiều cấp độ khác nhau</a:t>
            </a:r>
          </a:p>
        </p:txBody>
      </p:sp>
      <p:sp>
        <p:nvSpPr>
          <p:cNvPr id="24580" name="Header Placeholder 3">
            <a:extLst>
              <a:ext uri="{FF2B5EF4-FFF2-40B4-BE49-F238E27FC236}">
                <a16:creationId xmlns:a16="http://schemas.microsoft.com/office/drawing/2014/main" id="{598A08AE-89C5-B581-9F56-A1B81D24E133}"/>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24581" name="Date Placeholder 4">
            <a:extLst>
              <a:ext uri="{FF2B5EF4-FFF2-40B4-BE49-F238E27FC236}">
                <a16:creationId xmlns:a16="http://schemas.microsoft.com/office/drawing/2014/main" id="{9BE1240E-89E4-0EAB-B1FC-D4A681291A7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6300C866-E165-4019-A04E-3EF0B68F6F4C}"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24582" name="Footer Placeholder 5">
            <a:extLst>
              <a:ext uri="{FF2B5EF4-FFF2-40B4-BE49-F238E27FC236}">
                <a16:creationId xmlns:a16="http://schemas.microsoft.com/office/drawing/2014/main" id="{C04AC8CA-C9FE-E4C8-3141-3EC25B68C3D7}"/>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24583" name="Slide Number Placeholder 6">
            <a:extLst>
              <a:ext uri="{FF2B5EF4-FFF2-40B4-BE49-F238E27FC236}">
                <a16:creationId xmlns:a16="http://schemas.microsoft.com/office/drawing/2014/main" id="{35F6153E-556E-8DD0-D5AB-3CBFCD3717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5DFD0A17-8E81-448A-BDAF-475CA036594A}" type="slidenum">
              <a:rPr lang="en-US" altLang="en-US" sz="1200">
                <a:solidFill>
                  <a:schemeClr val="tx1"/>
                </a:solidFill>
                <a:latin typeface="Arial" panose="020B0604020202020204" pitchFamily="34" charset="0"/>
              </a:rPr>
              <a:pPr/>
              <a:t>12</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AA5B4063-4AB4-9B69-E494-F553E1EBC80C}"/>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5CD5BE42-CA1C-5974-D850-B394D2A3FB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Cả biến đọc liên tục trạng thái tàu như góc nghiêng, góc chúi, trạng thái ngập nước các khoang đưa về PLC </a:t>
            </a:r>
          </a:p>
          <a:p>
            <a:r>
              <a:rPr lang="en-US" altLang="en-US">
                <a:latin typeface="Arial" panose="020B0604020202020204" pitchFamily="34" charset="0"/>
              </a:rPr>
              <a:t>PLC thực hiện thuật toán </a:t>
            </a:r>
          </a:p>
          <a:p>
            <a:r>
              <a:rPr lang="en-US" altLang="en-US">
                <a:latin typeface="Arial" panose="020B0604020202020204" pitchFamily="34" charset="0"/>
              </a:rPr>
              <a:t>	- Gửi lệnh thực thi đến thiết bị chấp hành như còi, bơm,..</a:t>
            </a:r>
          </a:p>
          <a:p>
            <a:r>
              <a:rPr lang="en-US" altLang="en-US">
                <a:latin typeface="Arial" panose="020B0604020202020204" pitchFamily="34" charset="0"/>
              </a:rPr>
              <a:t>	- Cập nhật trạng thái tài lên màn hình HMI, và thiết bị điều khiển từ xa đồng thời PLC có thể nhận lệnh từ HMI, thiết bị đều khiển từ xa này</a:t>
            </a:r>
          </a:p>
        </p:txBody>
      </p:sp>
      <p:sp>
        <p:nvSpPr>
          <p:cNvPr id="26628" name="Header Placeholder 3">
            <a:extLst>
              <a:ext uri="{FF2B5EF4-FFF2-40B4-BE49-F238E27FC236}">
                <a16:creationId xmlns:a16="http://schemas.microsoft.com/office/drawing/2014/main" id="{1967CB36-8463-9255-618B-6B2E3A74615F}"/>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26629" name="Date Placeholder 4">
            <a:extLst>
              <a:ext uri="{FF2B5EF4-FFF2-40B4-BE49-F238E27FC236}">
                <a16:creationId xmlns:a16="http://schemas.microsoft.com/office/drawing/2014/main" id="{5E7DC600-0991-7015-530F-02E7A6FE8A4A}"/>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7DF8F259-B32C-45CE-83BB-D641275A7E41}"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26630" name="Footer Placeholder 5">
            <a:extLst>
              <a:ext uri="{FF2B5EF4-FFF2-40B4-BE49-F238E27FC236}">
                <a16:creationId xmlns:a16="http://schemas.microsoft.com/office/drawing/2014/main" id="{0DC81174-AA2E-26EC-2757-CCBFBA0F2BBF}"/>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26631" name="Slide Number Placeholder 6">
            <a:extLst>
              <a:ext uri="{FF2B5EF4-FFF2-40B4-BE49-F238E27FC236}">
                <a16:creationId xmlns:a16="http://schemas.microsoft.com/office/drawing/2014/main" id="{4AF79E9A-9406-C4A3-C667-49AE9BB6DA1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BB96019E-119E-47DA-B381-BF2AFFFA387F}" type="slidenum">
              <a:rPr lang="en-US" altLang="en-US" sz="1200">
                <a:solidFill>
                  <a:schemeClr val="tx1"/>
                </a:solidFill>
                <a:latin typeface="Arial" panose="020B0604020202020204" pitchFamily="34" charset="0"/>
              </a:rPr>
              <a:pPr/>
              <a:t>13</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E655E794-D8D4-9B10-8CC3-201923F369B3}"/>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6AADEDC0-47BA-FEBD-36C0-B938E17A2B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Cả biến đọc liên tục trạng thái tàu như góc nghiêng, góc chúi, trạng thái ngập nước các khoang đưa về PLC </a:t>
            </a:r>
          </a:p>
          <a:p>
            <a:r>
              <a:rPr lang="en-US" altLang="en-US">
                <a:latin typeface="Arial" panose="020B0604020202020204" pitchFamily="34" charset="0"/>
              </a:rPr>
              <a:t>PLC thực hiện thuật toán </a:t>
            </a:r>
          </a:p>
          <a:p>
            <a:r>
              <a:rPr lang="en-US" altLang="en-US">
                <a:latin typeface="Arial" panose="020B0604020202020204" pitchFamily="34" charset="0"/>
              </a:rPr>
              <a:t>	- Gửi lệnh thực thi đến thiết bị chấp hành như còi, bơm,..</a:t>
            </a:r>
          </a:p>
          <a:p>
            <a:r>
              <a:rPr lang="en-US" altLang="en-US">
                <a:latin typeface="Arial" panose="020B0604020202020204" pitchFamily="34" charset="0"/>
              </a:rPr>
              <a:t>	- Cập nhật trạng thái tài lên màn hình HMI, và thiết bị điều khiển từ xa đồng thời PLC có thể nhận lệnh từ HMI, thiết bị đều khiển từ xa này</a:t>
            </a:r>
          </a:p>
        </p:txBody>
      </p:sp>
      <p:sp>
        <p:nvSpPr>
          <p:cNvPr id="28676" name="Header Placeholder 3">
            <a:extLst>
              <a:ext uri="{FF2B5EF4-FFF2-40B4-BE49-F238E27FC236}">
                <a16:creationId xmlns:a16="http://schemas.microsoft.com/office/drawing/2014/main" id="{161A8370-70CF-3A4D-64D5-64E01D76B957}"/>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28677" name="Date Placeholder 4">
            <a:extLst>
              <a:ext uri="{FF2B5EF4-FFF2-40B4-BE49-F238E27FC236}">
                <a16:creationId xmlns:a16="http://schemas.microsoft.com/office/drawing/2014/main" id="{228EB3E1-70D9-369F-05D7-717B485A5D1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F893ED1D-113F-405C-8D09-9C318A902FFA}"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28678" name="Footer Placeholder 5">
            <a:extLst>
              <a:ext uri="{FF2B5EF4-FFF2-40B4-BE49-F238E27FC236}">
                <a16:creationId xmlns:a16="http://schemas.microsoft.com/office/drawing/2014/main" id="{03ABAC34-9602-5C30-F6BB-59428C5BC612}"/>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28679" name="Slide Number Placeholder 6">
            <a:extLst>
              <a:ext uri="{FF2B5EF4-FFF2-40B4-BE49-F238E27FC236}">
                <a16:creationId xmlns:a16="http://schemas.microsoft.com/office/drawing/2014/main" id="{3D0560C1-9809-6EAE-E27C-3738CC1A6A3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6B805168-CBDE-4BDA-B044-F185AACE4348}" type="slidenum">
              <a:rPr lang="en-US" altLang="en-US" sz="1200">
                <a:solidFill>
                  <a:schemeClr val="tx1"/>
                </a:solidFill>
                <a:latin typeface="Arial" panose="020B0604020202020204" pitchFamily="34" charset="0"/>
              </a:rPr>
              <a:pPr/>
              <a:t>14</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D921EBDD-41C6-8E15-0786-EC51BD28BAD4}"/>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92069F24-CE6A-96BC-4119-03D3F3A0A1C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Cả biến đọc liên tục trạng thái tàu như góc nghiêng, góc chúi, trạng thái ngập nước các khoang đưa về PLC </a:t>
            </a:r>
          </a:p>
          <a:p>
            <a:r>
              <a:rPr lang="en-US" altLang="en-US">
                <a:latin typeface="Arial" panose="020B0604020202020204" pitchFamily="34" charset="0"/>
              </a:rPr>
              <a:t>PLC thực hiện thuật toán </a:t>
            </a:r>
          </a:p>
          <a:p>
            <a:r>
              <a:rPr lang="en-US" altLang="en-US">
                <a:latin typeface="Arial" panose="020B0604020202020204" pitchFamily="34" charset="0"/>
              </a:rPr>
              <a:t>	- Gửi lệnh thực thi đến thiết bị chấp hành như còi, bơm,..</a:t>
            </a:r>
          </a:p>
          <a:p>
            <a:r>
              <a:rPr lang="en-US" altLang="en-US">
                <a:latin typeface="Arial" panose="020B0604020202020204" pitchFamily="34" charset="0"/>
              </a:rPr>
              <a:t>	- Cập nhật trạng thái tài lên màn hình HMI, và thiết bị điều khiển từ xa đồng thời PLC có thể nhận lệnh từ HMI, thiết bị đều khiển từ xa này</a:t>
            </a:r>
          </a:p>
        </p:txBody>
      </p:sp>
      <p:sp>
        <p:nvSpPr>
          <p:cNvPr id="30724" name="Header Placeholder 3">
            <a:extLst>
              <a:ext uri="{FF2B5EF4-FFF2-40B4-BE49-F238E27FC236}">
                <a16:creationId xmlns:a16="http://schemas.microsoft.com/office/drawing/2014/main" id="{D87BFA0D-E110-312F-E6E2-0F115B7187BA}"/>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30725" name="Date Placeholder 4">
            <a:extLst>
              <a:ext uri="{FF2B5EF4-FFF2-40B4-BE49-F238E27FC236}">
                <a16:creationId xmlns:a16="http://schemas.microsoft.com/office/drawing/2014/main" id="{961E69DC-8E92-7E74-91B3-3BD7023A5CF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5920DB0E-A147-4D08-88E2-2301FDC69085}"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30726" name="Footer Placeholder 5">
            <a:extLst>
              <a:ext uri="{FF2B5EF4-FFF2-40B4-BE49-F238E27FC236}">
                <a16:creationId xmlns:a16="http://schemas.microsoft.com/office/drawing/2014/main" id="{9F629D34-D7A8-4C43-4FB2-9501B26B060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30727" name="Slide Number Placeholder 6">
            <a:extLst>
              <a:ext uri="{FF2B5EF4-FFF2-40B4-BE49-F238E27FC236}">
                <a16:creationId xmlns:a16="http://schemas.microsoft.com/office/drawing/2014/main" id="{EB9E5CFC-B7FF-2B3E-B84B-0FA8A06536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8F757177-5EDE-4FC0-A3D7-DD5A00C4483E}" type="slidenum">
              <a:rPr lang="en-US" altLang="en-US" sz="1200">
                <a:solidFill>
                  <a:schemeClr val="tx1"/>
                </a:solidFill>
                <a:latin typeface="Arial" panose="020B0604020202020204" pitchFamily="34" charset="0"/>
              </a:rPr>
              <a:pPr/>
              <a:t>15</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E449242F-AEAE-3BBF-8FB0-EA1893650BF0}"/>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0C676844-1043-D953-7757-4FCE594492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Cả biến đọc liên tục trạng thái tàu như góc nghiêng, góc chúi, trạng thái ngập nước các khoang đưa về PLC </a:t>
            </a:r>
          </a:p>
          <a:p>
            <a:r>
              <a:rPr lang="en-US" altLang="en-US">
                <a:latin typeface="Arial" panose="020B0604020202020204" pitchFamily="34" charset="0"/>
              </a:rPr>
              <a:t>PLC thực hiện thuật toán </a:t>
            </a:r>
          </a:p>
          <a:p>
            <a:r>
              <a:rPr lang="en-US" altLang="en-US">
                <a:latin typeface="Arial" panose="020B0604020202020204" pitchFamily="34" charset="0"/>
              </a:rPr>
              <a:t>	- Gửi lệnh thực thi đến thiết bị chấp hành như còi, bơm,..</a:t>
            </a:r>
          </a:p>
          <a:p>
            <a:r>
              <a:rPr lang="en-US" altLang="en-US">
                <a:latin typeface="Arial" panose="020B0604020202020204" pitchFamily="34" charset="0"/>
              </a:rPr>
              <a:t>	- Cập nhật trạng thái tài lên màn hình HMI, và thiết bị điều khiển từ xa đồng thời PLC có thể nhận lệnh từ HMI, thiết bị đều khiển từ xa này</a:t>
            </a:r>
          </a:p>
        </p:txBody>
      </p:sp>
      <p:sp>
        <p:nvSpPr>
          <p:cNvPr id="32772" name="Header Placeholder 3">
            <a:extLst>
              <a:ext uri="{FF2B5EF4-FFF2-40B4-BE49-F238E27FC236}">
                <a16:creationId xmlns:a16="http://schemas.microsoft.com/office/drawing/2014/main" id="{0ED7949C-3D26-2442-41A5-AF64B82C54A3}"/>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32773" name="Date Placeholder 4">
            <a:extLst>
              <a:ext uri="{FF2B5EF4-FFF2-40B4-BE49-F238E27FC236}">
                <a16:creationId xmlns:a16="http://schemas.microsoft.com/office/drawing/2014/main" id="{F7EAD895-E86B-F4F1-795D-8EBF35DF2870}"/>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6141B42B-1663-49C8-90A5-040D741C2463}"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32774" name="Footer Placeholder 5">
            <a:extLst>
              <a:ext uri="{FF2B5EF4-FFF2-40B4-BE49-F238E27FC236}">
                <a16:creationId xmlns:a16="http://schemas.microsoft.com/office/drawing/2014/main" id="{4727FAF7-1378-41A2-8654-C94EE1BB82FF}"/>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32775" name="Slide Number Placeholder 6">
            <a:extLst>
              <a:ext uri="{FF2B5EF4-FFF2-40B4-BE49-F238E27FC236}">
                <a16:creationId xmlns:a16="http://schemas.microsoft.com/office/drawing/2014/main" id="{818E2417-F088-935D-5322-850946012C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D2CCD622-E541-4ED4-B6D0-35E478D3DA0C}" type="slidenum">
              <a:rPr lang="en-US" altLang="en-US" sz="1200">
                <a:solidFill>
                  <a:schemeClr val="tx1"/>
                </a:solidFill>
                <a:latin typeface="Arial" panose="020B0604020202020204" pitchFamily="34" charset="0"/>
              </a:rPr>
              <a:pPr/>
              <a:t>16</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D246C259-6A6A-901D-480A-19395A247094}"/>
              </a:ext>
            </a:extLst>
          </p:cNvPr>
          <p:cNvSpPr>
            <a:spLocks noGrp="1" noRot="1" noChangeAspect="1" noTextEdit="1"/>
          </p:cNvSpPr>
          <p:nvPr>
            <p:ph type="sldImg"/>
          </p:nvPr>
        </p:nvSpPr>
        <p:spPr>
          <a:ln/>
        </p:spPr>
      </p:sp>
      <p:sp>
        <p:nvSpPr>
          <p:cNvPr id="34819" name="Notes Placeholder 2">
            <a:extLst>
              <a:ext uri="{FF2B5EF4-FFF2-40B4-BE49-F238E27FC236}">
                <a16:creationId xmlns:a16="http://schemas.microsoft.com/office/drawing/2014/main" id="{51F5D2B3-5A54-5F16-E440-217ACA37B1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4820" name="Header Placeholder 3">
            <a:extLst>
              <a:ext uri="{FF2B5EF4-FFF2-40B4-BE49-F238E27FC236}">
                <a16:creationId xmlns:a16="http://schemas.microsoft.com/office/drawing/2014/main" id="{8F69A877-60E4-93C0-CB63-1C19E98DFCEC}"/>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34821" name="Date Placeholder 4">
            <a:extLst>
              <a:ext uri="{FF2B5EF4-FFF2-40B4-BE49-F238E27FC236}">
                <a16:creationId xmlns:a16="http://schemas.microsoft.com/office/drawing/2014/main" id="{E5153A33-5D5B-59CB-21F7-D19124F94678}"/>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7DEA268B-0496-4292-A0F6-C296E194FB40}"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34822" name="Footer Placeholder 5">
            <a:extLst>
              <a:ext uri="{FF2B5EF4-FFF2-40B4-BE49-F238E27FC236}">
                <a16:creationId xmlns:a16="http://schemas.microsoft.com/office/drawing/2014/main" id="{1777A91D-BF52-34C1-8FAE-2823C12DB54E}"/>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34823" name="Slide Number Placeholder 6">
            <a:extLst>
              <a:ext uri="{FF2B5EF4-FFF2-40B4-BE49-F238E27FC236}">
                <a16:creationId xmlns:a16="http://schemas.microsoft.com/office/drawing/2014/main" id="{016506A9-577C-E946-8DAF-C3720B0334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7123D9D3-499A-4B71-986C-2DB6071AE037}" type="slidenum">
              <a:rPr lang="en-US" altLang="en-US" sz="1200">
                <a:solidFill>
                  <a:schemeClr val="tx1"/>
                </a:solidFill>
                <a:latin typeface="Arial" panose="020B0604020202020204" pitchFamily="34" charset="0"/>
              </a:rPr>
              <a:pPr/>
              <a:t>17</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ECBBC13F-58BD-6FFE-7E4C-26B386E1AD7A}"/>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581F30B6-EA24-C5B8-8745-150B34AFDA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6868" name="Header Placeholder 3">
            <a:extLst>
              <a:ext uri="{FF2B5EF4-FFF2-40B4-BE49-F238E27FC236}">
                <a16:creationId xmlns:a16="http://schemas.microsoft.com/office/drawing/2014/main" id="{644AD878-5FB3-C006-53FF-EA93BB2D65D0}"/>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36869" name="Date Placeholder 4">
            <a:extLst>
              <a:ext uri="{FF2B5EF4-FFF2-40B4-BE49-F238E27FC236}">
                <a16:creationId xmlns:a16="http://schemas.microsoft.com/office/drawing/2014/main" id="{70B268F6-6C38-FF82-0D7D-627A1998048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EDFFEF2F-DBE8-414F-8F8F-13BDA3FBEC26}"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36870" name="Footer Placeholder 5">
            <a:extLst>
              <a:ext uri="{FF2B5EF4-FFF2-40B4-BE49-F238E27FC236}">
                <a16:creationId xmlns:a16="http://schemas.microsoft.com/office/drawing/2014/main" id="{D582D38D-1009-09E9-E56E-2C68A0965510}"/>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36871" name="Slide Number Placeholder 6">
            <a:extLst>
              <a:ext uri="{FF2B5EF4-FFF2-40B4-BE49-F238E27FC236}">
                <a16:creationId xmlns:a16="http://schemas.microsoft.com/office/drawing/2014/main" id="{E4F5456A-E031-EA72-4990-9DC8FB8141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60AF3278-1333-4016-A964-AD7F0F0BBFDD}" type="slidenum">
              <a:rPr lang="en-US" altLang="en-US" sz="1200">
                <a:solidFill>
                  <a:schemeClr val="tx1"/>
                </a:solidFill>
                <a:latin typeface="Arial" panose="020B0604020202020204" pitchFamily="34" charset="0"/>
              </a:rPr>
              <a:pPr/>
              <a:t>18</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64AD7F69-1842-A94A-399E-6336ADD99F76}"/>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97542FC9-5326-5A90-C639-006AE08810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38916" name="Header Placeholder 3">
            <a:extLst>
              <a:ext uri="{FF2B5EF4-FFF2-40B4-BE49-F238E27FC236}">
                <a16:creationId xmlns:a16="http://schemas.microsoft.com/office/drawing/2014/main" id="{9183C6DB-DCA6-7D65-4887-C71C10DE3FAD}"/>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38917" name="Date Placeholder 4">
            <a:extLst>
              <a:ext uri="{FF2B5EF4-FFF2-40B4-BE49-F238E27FC236}">
                <a16:creationId xmlns:a16="http://schemas.microsoft.com/office/drawing/2014/main" id="{51FCD28C-5F29-35AF-2A81-55B1878CA1FB}"/>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D4F4B6C4-D3A5-4A55-94B4-DE2469F343C6}"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38918" name="Footer Placeholder 5">
            <a:extLst>
              <a:ext uri="{FF2B5EF4-FFF2-40B4-BE49-F238E27FC236}">
                <a16:creationId xmlns:a16="http://schemas.microsoft.com/office/drawing/2014/main" id="{2891D432-F91C-A74C-CDAC-A9B82D5A2583}"/>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38919" name="Slide Number Placeholder 6">
            <a:extLst>
              <a:ext uri="{FF2B5EF4-FFF2-40B4-BE49-F238E27FC236}">
                <a16:creationId xmlns:a16="http://schemas.microsoft.com/office/drawing/2014/main" id="{D8AF6E66-2B0F-ABD1-1AE6-A3DB4588B2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C617AB03-9AA4-4D14-B983-F09D9CE9F933}" type="slidenum">
              <a:rPr lang="en-US" altLang="en-US" sz="1200">
                <a:solidFill>
                  <a:schemeClr val="tx1"/>
                </a:solidFill>
                <a:latin typeface="Arial" panose="020B0604020202020204" pitchFamily="34" charset="0"/>
              </a:rPr>
              <a:pPr/>
              <a:t>19</a:t>
            </a:fld>
            <a:endParaRPr lang="en-US" altLang="en-US" sz="1200">
              <a:solidFill>
                <a:schemeClr val="tx1"/>
              </a:solidFill>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647ABC6D-CC07-0BA8-011F-748FCB467541}"/>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616744E2-841B-5C20-9DF0-2FFC54D52AF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0964" name="Header Placeholder 3">
            <a:extLst>
              <a:ext uri="{FF2B5EF4-FFF2-40B4-BE49-F238E27FC236}">
                <a16:creationId xmlns:a16="http://schemas.microsoft.com/office/drawing/2014/main" id="{40C207F0-12F8-877B-3857-E4969E03D6AA}"/>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GV: VŨ QUỐC TUẤN</a:t>
            </a:r>
          </a:p>
        </p:txBody>
      </p:sp>
      <p:sp>
        <p:nvSpPr>
          <p:cNvPr id="40965" name="Date Placeholder 4">
            <a:extLst>
              <a:ext uri="{FF2B5EF4-FFF2-40B4-BE49-F238E27FC236}">
                <a16:creationId xmlns:a16="http://schemas.microsoft.com/office/drawing/2014/main" id="{9B304B23-8F87-9306-0141-DC6FAA0F24AF}"/>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8F285EA5-9229-4475-AFF0-2D74E6CCD982}" type="datetime1">
              <a:rPr lang="en-US" altLang="en-US" sz="1200" smtClean="0">
                <a:solidFill>
                  <a:schemeClr val="tx1"/>
                </a:solidFill>
                <a:latin typeface="Arial" panose="020B0604020202020204" pitchFamily="34" charset="0"/>
              </a:rPr>
              <a:pPr/>
              <a:t>11/04/2026</a:t>
            </a:fld>
            <a:endParaRPr lang="en-US" altLang="en-US" sz="1200">
              <a:solidFill>
                <a:schemeClr val="tx1"/>
              </a:solidFill>
              <a:latin typeface="Arial" panose="020B0604020202020204" pitchFamily="34" charset="0"/>
            </a:endParaRPr>
          </a:p>
        </p:txBody>
      </p:sp>
      <p:sp>
        <p:nvSpPr>
          <p:cNvPr id="40966" name="Footer Placeholder 5">
            <a:extLst>
              <a:ext uri="{FF2B5EF4-FFF2-40B4-BE49-F238E27FC236}">
                <a16:creationId xmlns:a16="http://schemas.microsoft.com/office/drawing/2014/main" id="{4D7293DB-AF39-0007-E1CD-43CD2AC34AD0}"/>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1200">
                <a:solidFill>
                  <a:schemeClr val="tx1"/>
                </a:solidFill>
                <a:latin typeface="Arial" panose="020B0604020202020204" pitchFamily="34" charset="0"/>
              </a:rPr>
              <a:t>KỸ THUẬT XUNG - SỐ</a:t>
            </a:r>
          </a:p>
        </p:txBody>
      </p:sp>
      <p:sp>
        <p:nvSpPr>
          <p:cNvPr id="40967" name="Slide Number Placeholder 6">
            <a:extLst>
              <a:ext uri="{FF2B5EF4-FFF2-40B4-BE49-F238E27FC236}">
                <a16:creationId xmlns:a16="http://schemas.microsoft.com/office/drawing/2014/main" id="{C5553955-6A1D-8FB3-9689-CE126F9DFB3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fld id="{42B283D5-32F7-42DA-AAAB-398368B658D2}" type="slidenum">
              <a:rPr lang="en-US" altLang="en-US" sz="1200">
                <a:solidFill>
                  <a:schemeClr val="tx1"/>
                </a:solidFill>
                <a:latin typeface="Arial" panose="020B0604020202020204" pitchFamily="34" charset="0"/>
              </a:rPr>
              <a:pPr/>
              <a:t>20</a:t>
            </a:fld>
            <a:endParaRPr lang="en-US" altLang="en-US" sz="1200">
              <a:solidFill>
                <a:schemeClr val="tx1"/>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276209AF-FBF3-0284-D7C4-E991D30E2C82}"/>
              </a:ext>
            </a:extLst>
          </p:cNvPr>
          <p:cNvSpPr>
            <a:spLocks noChangeArrowheads="1"/>
          </p:cNvSpPr>
          <p:nvPr userDrawn="1"/>
        </p:nvSpPr>
        <p:spPr bwMode="ltGray">
          <a:xfrm flipV="1">
            <a:off x="0" y="1219200"/>
            <a:ext cx="12192000" cy="1600200"/>
          </a:xfrm>
          <a:prstGeom prst="rect">
            <a:avLst/>
          </a:prstGeom>
          <a:solidFill>
            <a:srgbClr val="51C36C"/>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rot="10800000" wrap="none" anchor="ct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eaLnBrk="1" hangingPunct="1">
              <a:defRPr/>
            </a:pPr>
            <a:endParaRPr lang="en-US" altLang="en-US" sz="1800">
              <a:solidFill>
                <a:schemeClr val="tx1"/>
              </a:solidFill>
              <a:latin typeface="Arial" panose="020B0604020202020204" pitchFamily="34" charset="0"/>
            </a:endParaRPr>
          </a:p>
        </p:txBody>
      </p:sp>
      <p:sp>
        <p:nvSpPr>
          <p:cNvPr id="3" name="AutoShape 21">
            <a:extLst>
              <a:ext uri="{FF2B5EF4-FFF2-40B4-BE49-F238E27FC236}">
                <a16:creationId xmlns:a16="http://schemas.microsoft.com/office/drawing/2014/main" id="{5E3DBAB5-B14C-0376-9E61-FF47F1AA558E}"/>
              </a:ext>
            </a:extLst>
          </p:cNvPr>
          <p:cNvSpPr>
            <a:spLocks noChangeArrowheads="1"/>
          </p:cNvSpPr>
          <p:nvPr/>
        </p:nvSpPr>
        <p:spPr bwMode="ltGray">
          <a:xfrm>
            <a:off x="1422400" y="3505200"/>
            <a:ext cx="9347200" cy="1244600"/>
          </a:xfrm>
          <a:prstGeom prst="roundRect">
            <a:avLst>
              <a:gd name="adj" fmla="val 16667"/>
            </a:avLst>
          </a:prstGeom>
          <a:solidFill>
            <a:srgbClr val="1E6827"/>
          </a:solidFill>
          <a:ln w="38100" algn="ctr">
            <a:solidFill>
              <a:schemeClr val="bg1"/>
            </a:solidFill>
            <a:round/>
            <a:headEnd/>
            <a:tailEnd/>
          </a:ln>
        </p:spPr>
        <p:txBody>
          <a:bodyPr wrap="none" anchor="ct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eaLnBrk="1" hangingPunct="1">
              <a:defRPr/>
            </a:pPr>
            <a:endParaRPr lang="en-US" altLang="en-US" sz="1800">
              <a:solidFill>
                <a:schemeClr val="tx1"/>
              </a:solidFill>
              <a:latin typeface="Arial" panose="020B0604020202020204" pitchFamily="34" charset="0"/>
            </a:endParaRPr>
          </a:p>
        </p:txBody>
      </p:sp>
      <p:sp>
        <p:nvSpPr>
          <p:cNvPr id="3074" name="Rectangle 2"/>
          <p:cNvSpPr>
            <a:spLocks noGrp="1" noChangeArrowheads="1"/>
          </p:cNvSpPr>
          <p:nvPr>
            <p:ph type="ctrTitle"/>
          </p:nvPr>
        </p:nvSpPr>
        <p:spPr bwMode="auto">
          <a:xfrm>
            <a:off x="1930400" y="3548063"/>
            <a:ext cx="9652000" cy="1371600"/>
          </a:xfrm>
        </p:spPr>
        <p:txBody>
          <a:bodyPr/>
          <a:lstStyle>
            <a:lvl1pPr algn="l">
              <a:defRPr sz="4000" b="1">
                <a:solidFill>
                  <a:schemeClr val="tx1"/>
                </a:solidFill>
              </a:defRPr>
            </a:lvl1pPr>
          </a:lstStyle>
          <a:p>
            <a:r>
              <a:rPr lang="en-US"/>
              <a:t>Click to edit Master title style</a:t>
            </a:r>
          </a:p>
        </p:txBody>
      </p:sp>
      <p:sp>
        <p:nvSpPr>
          <p:cNvPr id="3075" name="Rectangle 3"/>
          <p:cNvSpPr>
            <a:spLocks noGrp="1" noChangeArrowheads="1"/>
          </p:cNvSpPr>
          <p:nvPr>
            <p:ph type="subTitle" idx="1"/>
          </p:nvPr>
        </p:nvSpPr>
        <p:spPr bwMode="white">
          <a:xfrm>
            <a:off x="2152651" y="5224463"/>
            <a:ext cx="9144000" cy="381000"/>
          </a:xfrm>
        </p:spPr>
        <p:txBody>
          <a:bodyPr/>
          <a:lstStyle>
            <a:lvl1pPr marL="0" indent="0">
              <a:buFont typeface="Wingdings" pitchFamily="2" charset="2"/>
              <a:buNone/>
              <a:defRPr sz="1400" b="1">
                <a:solidFill>
                  <a:schemeClr val="bg1"/>
                </a:solidFill>
              </a:defRPr>
            </a:lvl1pPr>
          </a:lstStyle>
          <a:p>
            <a:r>
              <a:rPr lang="en-US"/>
              <a:t>Click to edit Master subtitle style</a:t>
            </a:r>
          </a:p>
        </p:txBody>
      </p:sp>
    </p:spTree>
    <p:extLst>
      <p:ext uri="{BB962C8B-B14F-4D97-AF65-F5344CB8AC3E}">
        <p14:creationId xmlns:p14="http://schemas.microsoft.com/office/powerpoint/2010/main" val="3840933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46BB85A-A914-3AE5-66EC-5BA6BF89EB3D}"/>
              </a:ext>
            </a:extLst>
          </p:cNvPr>
          <p:cNvSpPr>
            <a:spLocks noGrp="1" noChangeArrowheads="1"/>
          </p:cNvSpPr>
          <p:nvPr>
            <p:ph type="dt" sz="half" idx="10"/>
          </p:nvPr>
        </p:nvSpPr>
        <p:spPr>
          <a:ln/>
        </p:spPr>
        <p:txBody>
          <a:bodyPr/>
          <a:lstStyle>
            <a:lvl1pPr>
              <a:defRPr/>
            </a:lvl1pPr>
          </a:lstStyle>
          <a:p>
            <a:pPr>
              <a:defRPr/>
            </a:pPr>
            <a:fld id="{F8BC2255-6524-4D26-A447-552EB35AE6EC}" type="datetime1">
              <a:rPr lang="en-US"/>
              <a:pPr>
                <a:defRPr/>
              </a:pPr>
              <a:t>11/04/2026</a:t>
            </a:fld>
            <a:endParaRPr lang="en-US"/>
          </a:p>
        </p:txBody>
      </p:sp>
      <p:sp>
        <p:nvSpPr>
          <p:cNvPr id="5" name="Rectangle 6">
            <a:extLst>
              <a:ext uri="{FF2B5EF4-FFF2-40B4-BE49-F238E27FC236}">
                <a16:creationId xmlns:a16="http://schemas.microsoft.com/office/drawing/2014/main" id="{755FF9C6-72F4-FD20-4762-BBAC71A57CE0}"/>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271966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4199247-0BB5-CD35-13D5-6DCFF6FD2FD2}"/>
              </a:ext>
            </a:extLst>
          </p:cNvPr>
          <p:cNvSpPr>
            <a:spLocks noGrp="1" noChangeArrowheads="1"/>
          </p:cNvSpPr>
          <p:nvPr>
            <p:ph type="dt" sz="half" idx="10"/>
          </p:nvPr>
        </p:nvSpPr>
        <p:spPr>
          <a:ln/>
        </p:spPr>
        <p:txBody>
          <a:bodyPr/>
          <a:lstStyle>
            <a:lvl1pPr>
              <a:defRPr/>
            </a:lvl1pPr>
          </a:lstStyle>
          <a:p>
            <a:pPr>
              <a:defRPr/>
            </a:pPr>
            <a:fld id="{829215FE-BF45-46A9-A9E7-DBC904E8D3A4}" type="datetime1">
              <a:rPr lang="en-US"/>
              <a:pPr>
                <a:defRPr/>
              </a:pPr>
              <a:t>11/04/2026</a:t>
            </a:fld>
            <a:endParaRPr lang="en-US"/>
          </a:p>
        </p:txBody>
      </p:sp>
      <p:sp>
        <p:nvSpPr>
          <p:cNvPr id="5" name="Rectangle 6">
            <a:extLst>
              <a:ext uri="{FF2B5EF4-FFF2-40B4-BE49-F238E27FC236}">
                <a16:creationId xmlns:a16="http://schemas.microsoft.com/office/drawing/2014/main" id="{4B920FFE-BC3F-6FB7-6864-C8D86D536FC6}"/>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2292740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076326"/>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76326"/>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9356B4F-F233-3A8F-CD75-C2A4398B998A}"/>
              </a:ext>
            </a:extLst>
          </p:cNvPr>
          <p:cNvSpPr>
            <a:spLocks noGrp="1" noChangeArrowheads="1"/>
          </p:cNvSpPr>
          <p:nvPr>
            <p:ph type="dt" sz="half" idx="10"/>
          </p:nvPr>
        </p:nvSpPr>
        <p:spPr>
          <a:ln/>
        </p:spPr>
        <p:txBody>
          <a:bodyPr/>
          <a:lstStyle>
            <a:lvl1pPr>
              <a:defRPr/>
            </a:lvl1pPr>
          </a:lstStyle>
          <a:p>
            <a:pPr>
              <a:defRPr/>
            </a:pPr>
            <a:fld id="{B438FD0E-732D-4113-BEA9-211F08AB7B66}" type="datetime1">
              <a:rPr lang="en-US"/>
              <a:pPr>
                <a:defRPr/>
              </a:pPr>
              <a:t>11/04/2026</a:t>
            </a:fld>
            <a:endParaRPr lang="en-US"/>
          </a:p>
        </p:txBody>
      </p:sp>
      <p:sp>
        <p:nvSpPr>
          <p:cNvPr id="6" name="Rectangle 6">
            <a:extLst>
              <a:ext uri="{FF2B5EF4-FFF2-40B4-BE49-F238E27FC236}">
                <a16:creationId xmlns:a16="http://schemas.microsoft.com/office/drawing/2014/main" id="{68F362D8-35A7-89FB-70B3-406CFC21CC06}"/>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3974676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73C299A-C835-CF21-40FA-BD2A3D2C6123}"/>
              </a:ext>
            </a:extLst>
          </p:cNvPr>
          <p:cNvSpPr>
            <a:spLocks noGrp="1" noChangeArrowheads="1"/>
          </p:cNvSpPr>
          <p:nvPr>
            <p:ph type="dt" sz="half" idx="10"/>
          </p:nvPr>
        </p:nvSpPr>
        <p:spPr>
          <a:ln/>
        </p:spPr>
        <p:txBody>
          <a:bodyPr/>
          <a:lstStyle>
            <a:lvl1pPr>
              <a:defRPr/>
            </a:lvl1pPr>
          </a:lstStyle>
          <a:p>
            <a:pPr>
              <a:defRPr/>
            </a:pPr>
            <a:fld id="{B1703EDA-368A-4788-8718-4BC6A390C8C9}" type="datetime1">
              <a:rPr lang="en-US"/>
              <a:pPr>
                <a:defRPr/>
              </a:pPr>
              <a:t>11/04/2026</a:t>
            </a:fld>
            <a:endParaRPr lang="en-US"/>
          </a:p>
        </p:txBody>
      </p:sp>
      <p:sp>
        <p:nvSpPr>
          <p:cNvPr id="8" name="Rectangle 6">
            <a:extLst>
              <a:ext uri="{FF2B5EF4-FFF2-40B4-BE49-F238E27FC236}">
                <a16:creationId xmlns:a16="http://schemas.microsoft.com/office/drawing/2014/main" id="{71C7F9A6-2BCA-83D5-99A3-18524DBDD48B}"/>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1433730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654063C-5CEC-1B6D-EC82-F9F55FC7E71A}"/>
              </a:ext>
            </a:extLst>
          </p:cNvPr>
          <p:cNvSpPr>
            <a:spLocks noGrp="1" noChangeArrowheads="1"/>
          </p:cNvSpPr>
          <p:nvPr>
            <p:ph type="dt" sz="half" idx="10"/>
          </p:nvPr>
        </p:nvSpPr>
        <p:spPr>
          <a:ln/>
        </p:spPr>
        <p:txBody>
          <a:bodyPr/>
          <a:lstStyle>
            <a:lvl1pPr>
              <a:defRPr/>
            </a:lvl1pPr>
          </a:lstStyle>
          <a:p>
            <a:pPr>
              <a:defRPr/>
            </a:pPr>
            <a:fld id="{BE14A931-BEC2-4AA4-A756-7FEB6159F05A}" type="datetime1">
              <a:rPr lang="en-US"/>
              <a:pPr>
                <a:defRPr/>
              </a:pPr>
              <a:t>11/04/2026</a:t>
            </a:fld>
            <a:endParaRPr lang="en-US"/>
          </a:p>
        </p:txBody>
      </p:sp>
      <p:sp>
        <p:nvSpPr>
          <p:cNvPr id="4" name="Rectangle 6">
            <a:extLst>
              <a:ext uri="{FF2B5EF4-FFF2-40B4-BE49-F238E27FC236}">
                <a16:creationId xmlns:a16="http://schemas.microsoft.com/office/drawing/2014/main" id="{B0A1AEE1-82C2-C331-060E-A34EBABB1C12}"/>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230707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ABD5953-9430-5A1D-8301-43ADB1E5BBAE}"/>
              </a:ext>
            </a:extLst>
          </p:cNvPr>
          <p:cNvSpPr>
            <a:spLocks noGrp="1" noChangeArrowheads="1"/>
          </p:cNvSpPr>
          <p:nvPr>
            <p:ph type="dt" sz="half" idx="10"/>
          </p:nvPr>
        </p:nvSpPr>
        <p:spPr>
          <a:ln/>
        </p:spPr>
        <p:txBody>
          <a:bodyPr/>
          <a:lstStyle>
            <a:lvl1pPr>
              <a:defRPr/>
            </a:lvl1pPr>
          </a:lstStyle>
          <a:p>
            <a:pPr>
              <a:defRPr/>
            </a:pPr>
            <a:fld id="{B49E851F-7F5B-4311-8498-43FEFF294838}" type="datetime1">
              <a:rPr lang="en-US"/>
              <a:pPr>
                <a:defRPr/>
              </a:pPr>
              <a:t>11/04/2026</a:t>
            </a:fld>
            <a:endParaRPr lang="en-US"/>
          </a:p>
        </p:txBody>
      </p:sp>
      <p:sp>
        <p:nvSpPr>
          <p:cNvPr id="3" name="Rectangle 6">
            <a:extLst>
              <a:ext uri="{FF2B5EF4-FFF2-40B4-BE49-F238E27FC236}">
                <a16:creationId xmlns:a16="http://schemas.microsoft.com/office/drawing/2014/main" id="{86BBCF71-0666-49E9-1F45-941839264F03}"/>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2604204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3236FCC-B38D-40E0-A339-F9A0F47CEA4F}"/>
              </a:ext>
            </a:extLst>
          </p:cNvPr>
          <p:cNvSpPr>
            <a:spLocks noGrp="1" noChangeArrowheads="1"/>
          </p:cNvSpPr>
          <p:nvPr>
            <p:ph type="dt" sz="half" idx="10"/>
          </p:nvPr>
        </p:nvSpPr>
        <p:spPr>
          <a:ln/>
        </p:spPr>
        <p:txBody>
          <a:bodyPr/>
          <a:lstStyle>
            <a:lvl1pPr>
              <a:defRPr/>
            </a:lvl1pPr>
          </a:lstStyle>
          <a:p>
            <a:pPr>
              <a:defRPr/>
            </a:pPr>
            <a:fld id="{6164A97F-63AD-4932-ACF9-EE4DF566238B}" type="datetime1">
              <a:rPr lang="en-US"/>
              <a:pPr>
                <a:defRPr/>
              </a:pPr>
              <a:t>11/04/2026</a:t>
            </a:fld>
            <a:endParaRPr lang="en-US"/>
          </a:p>
        </p:txBody>
      </p:sp>
      <p:sp>
        <p:nvSpPr>
          <p:cNvPr id="6" name="Rectangle 6">
            <a:extLst>
              <a:ext uri="{FF2B5EF4-FFF2-40B4-BE49-F238E27FC236}">
                <a16:creationId xmlns:a16="http://schemas.microsoft.com/office/drawing/2014/main" id="{A2D17BA0-4AAA-DE57-0B67-6983015A5863}"/>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1688048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BA25C1C-CA6F-5502-FB40-7BD5AFF40F94}"/>
              </a:ext>
            </a:extLst>
          </p:cNvPr>
          <p:cNvSpPr>
            <a:spLocks noGrp="1" noChangeArrowheads="1"/>
          </p:cNvSpPr>
          <p:nvPr>
            <p:ph type="dt" sz="half" idx="10"/>
          </p:nvPr>
        </p:nvSpPr>
        <p:spPr>
          <a:ln/>
        </p:spPr>
        <p:txBody>
          <a:bodyPr/>
          <a:lstStyle>
            <a:lvl1pPr>
              <a:defRPr/>
            </a:lvl1pPr>
          </a:lstStyle>
          <a:p>
            <a:pPr>
              <a:defRPr/>
            </a:pPr>
            <a:fld id="{FC80F586-BC09-4629-BC39-B91764C89FB0}" type="datetime1">
              <a:rPr lang="en-US"/>
              <a:pPr>
                <a:defRPr/>
              </a:pPr>
              <a:t>11/04/2026</a:t>
            </a:fld>
            <a:endParaRPr lang="en-US"/>
          </a:p>
        </p:txBody>
      </p:sp>
      <p:sp>
        <p:nvSpPr>
          <p:cNvPr id="6" name="Rectangle 6">
            <a:extLst>
              <a:ext uri="{FF2B5EF4-FFF2-40B4-BE49-F238E27FC236}">
                <a16:creationId xmlns:a16="http://schemas.microsoft.com/office/drawing/2014/main" id="{AEDD0455-C6C5-35F0-4FAB-C9C2D5F0F66B}"/>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1306774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6762753-850E-98A4-0C45-11570A4B6903}"/>
              </a:ext>
            </a:extLst>
          </p:cNvPr>
          <p:cNvSpPr>
            <a:spLocks noGrp="1" noChangeArrowheads="1"/>
          </p:cNvSpPr>
          <p:nvPr>
            <p:ph type="dt" sz="half" idx="10"/>
          </p:nvPr>
        </p:nvSpPr>
        <p:spPr>
          <a:ln/>
        </p:spPr>
        <p:txBody>
          <a:bodyPr/>
          <a:lstStyle>
            <a:lvl1pPr>
              <a:defRPr/>
            </a:lvl1pPr>
          </a:lstStyle>
          <a:p>
            <a:pPr>
              <a:defRPr/>
            </a:pPr>
            <a:fld id="{6D19F716-8551-4455-B426-9E5628BB2BFF}" type="datetime1">
              <a:rPr lang="en-US"/>
              <a:pPr>
                <a:defRPr/>
              </a:pPr>
              <a:t>11/04/2026</a:t>
            </a:fld>
            <a:endParaRPr lang="en-US"/>
          </a:p>
        </p:txBody>
      </p:sp>
      <p:sp>
        <p:nvSpPr>
          <p:cNvPr id="5" name="Rectangle 6">
            <a:extLst>
              <a:ext uri="{FF2B5EF4-FFF2-40B4-BE49-F238E27FC236}">
                <a16:creationId xmlns:a16="http://schemas.microsoft.com/office/drawing/2014/main" id="{1946099E-CFB4-E60C-880E-E64CF408C50F}"/>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1218978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319089"/>
            <a:ext cx="2743200" cy="60055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19089"/>
            <a:ext cx="8026400" cy="60055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98D4E72-0577-5BB3-D194-FDC58EAA0DE1}"/>
              </a:ext>
            </a:extLst>
          </p:cNvPr>
          <p:cNvSpPr>
            <a:spLocks noGrp="1" noChangeArrowheads="1"/>
          </p:cNvSpPr>
          <p:nvPr>
            <p:ph type="dt" sz="half" idx="10"/>
          </p:nvPr>
        </p:nvSpPr>
        <p:spPr>
          <a:ln/>
        </p:spPr>
        <p:txBody>
          <a:bodyPr/>
          <a:lstStyle>
            <a:lvl1pPr>
              <a:defRPr/>
            </a:lvl1pPr>
          </a:lstStyle>
          <a:p>
            <a:pPr>
              <a:defRPr/>
            </a:pPr>
            <a:fld id="{2E6AAABA-EFF2-4698-AF11-37C1F6A19770}" type="datetime1">
              <a:rPr lang="en-US"/>
              <a:pPr>
                <a:defRPr/>
              </a:pPr>
              <a:t>11/04/2026</a:t>
            </a:fld>
            <a:endParaRPr lang="en-US"/>
          </a:p>
        </p:txBody>
      </p:sp>
      <p:sp>
        <p:nvSpPr>
          <p:cNvPr id="5" name="Rectangle 6">
            <a:extLst>
              <a:ext uri="{FF2B5EF4-FFF2-40B4-BE49-F238E27FC236}">
                <a16:creationId xmlns:a16="http://schemas.microsoft.com/office/drawing/2014/main" id="{A3F7A788-7CEF-A513-E637-088542EF8033}"/>
              </a:ext>
            </a:extLst>
          </p:cNvPr>
          <p:cNvSpPr>
            <a:spLocks noGrp="1" noChangeArrowheads="1"/>
          </p:cNvSpPr>
          <p:nvPr>
            <p:ph type="sldNum" sz="quarter" idx="11"/>
          </p:nvPr>
        </p:nvSpPr>
        <p:spPr>
          <a:ln/>
        </p:spPr>
        <p:txBody>
          <a:bodyPr/>
          <a:lstStyle>
            <a:lvl1pPr>
              <a:defRPr/>
            </a:lvl1pPr>
          </a:lstStyle>
          <a:p>
            <a:pPr>
              <a:defRPr/>
            </a:pPr>
            <a:r>
              <a:rPr lang="en-US"/>
              <a:t>MÁY TÍNH VÀ MẠNG ĐIỀU KHIỂN</a:t>
            </a:r>
          </a:p>
        </p:txBody>
      </p:sp>
    </p:spTree>
    <p:extLst>
      <p:ext uri="{BB962C8B-B14F-4D97-AF65-F5344CB8AC3E}">
        <p14:creationId xmlns:p14="http://schemas.microsoft.com/office/powerpoint/2010/main" val="3414012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319088"/>
            <a:ext cx="10972800" cy="6005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a:extLst>
              <a:ext uri="{FF2B5EF4-FFF2-40B4-BE49-F238E27FC236}">
                <a16:creationId xmlns:a16="http://schemas.microsoft.com/office/drawing/2014/main" id="{1F0244E7-C319-E72A-563D-8ECDB5A8CF0E}"/>
              </a:ext>
            </a:extLst>
          </p:cNvPr>
          <p:cNvSpPr>
            <a:spLocks noGrp="1" noChangeArrowheads="1"/>
          </p:cNvSpPr>
          <p:nvPr>
            <p:ph type="dt" sz="half" idx="10"/>
          </p:nvPr>
        </p:nvSpPr>
        <p:spPr/>
        <p:txBody>
          <a:bodyPr/>
          <a:lstStyle>
            <a:lvl1pPr>
              <a:defRPr/>
            </a:lvl1pPr>
          </a:lstStyle>
          <a:p>
            <a:pPr>
              <a:defRPr/>
            </a:pPr>
            <a:fld id="{AA541738-FA55-48F4-B920-CDB40D61BDBB}" type="datetime1">
              <a:rPr lang="en-US"/>
              <a:pPr>
                <a:defRPr/>
              </a:pPr>
              <a:t>11/04/2026</a:t>
            </a:fld>
            <a:endParaRPr lang="en-US"/>
          </a:p>
        </p:txBody>
      </p:sp>
      <p:sp>
        <p:nvSpPr>
          <p:cNvPr id="4" name="Rectangle 5">
            <a:extLst>
              <a:ext uri="{FF2B5EF4-FFF2-40B4-BE49-F238E27FC236}">
                <a16:creationId xmlns:a16="http://schemas.microsoft.com/office/drawing/2014/main" id="{E2C0D58E-F80E-1F85-C535-820829CB93FA}"/>
              </a:ext>
            </a:extLst>
          </p:cNvPr>
          <p:cNvSpPr>
            <a:spLocks noGrp="1" noChangeArrowheads="1"/>
          </p:cNvSpPr>
          <p:nvPr>
            <p:ph type="ftr" sz="quarter" idx="11"/>
          </p:nvPr>
        </p:nvSpPr>
        <p:spPr>
          <a:xfrm>
            <a:off x="7924800" y="6400800"/>
            <a:ext cx="3860800" cy="228600"/>
          </a:xfrm>
          <a:prstGeom prst="rect">
            <a:avLst/>
          </a:prstGeom>
        </p:spPr>
        <p:txBody>
          <a:bodyPr/>
          <a:lstStyle>
            <a:lvl1pPr eaLnBrk="1" hangingPunct="1">
              <a:defRPr/>
            </a:lvl1pPr>
          </a:lstStyle>
          <a:p>
            <a:pPr>
              <a:defRPr/>
            </a:pPr>
            <a:r>
              <a:rPr lang="en-US"/>
              <a:t>GIẢNG VIÊN: VŨ QUỐC TUẤN</a:t>
            </a:r>
          </a:p>
        </p:txBody>
      </p:sp>
      <p:sp>
        <p:nvSpPr>
          <p:cNvPr id="5" name="Rectangle 6">
            <a:extLst>
              <a:ext uri="{FF2B5EF4-FFF2-40B4-BE49-F238E27FC236}">
                <a16:creationId xmlns:a16="http://schemas.microsoft.com/office/drawing/2014/main" id="{169E4737-6BDE-FF8C-5FAC-19F15E15552A}"/>
              </a:ext>
            </a:extLst>
          </p:cNvPr>
          <p:cNvSpPr>
            <a:spLocks noGrp="1" noChangeArrowheads="1"/>
          </p:cNvSpPr>
          <p:nvPr>
            <p:ph type="sldNum" sz="quarter" idx="12"/>
          </p:nvPr>
        </p:nvSpPr>
        <p:spPr/>
        <p:txBody>
          <a:bodyPr/>
          <a:lstStyle>
            <a:lvl1pPr>
              <a:defRPr/>
            </a:lvl1pPr>
          </a:lstStyle>
          <a:p>
            <a:pPr>
              <a:defRPr/>
            </a:pPr>
            <a:r>
              <a:rPr lang="en-US"/>
              <a:t>KỸ THUẬT XUNG – SỐ</a:t>
            </a:r>
          </a:p>
        </p:txBody>
      </p:sp>
    </p:spTree>
    <p:extLst>
      <p:ext uri="{BB962C8B-B14F-4D97-AF65-F5344CB8AC3E}">
        <p14:creationId xmlns:p14="http://schemas.microsoft.com/office/powerpoint/2010/main" val="313843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descr="Light horizontal">
            <a:extLst>
              <a:ext uri="{FF2B5EF4-FFF2-40B4-BE49-F238E27FC236}">
                <a16:creationId xmlns:a16="http://schemas.microsoft.com/office/drawing/2014/main" id="{36AA533D-2C19-E544-99D1-74D1068BBEC4}"/>
              </a:ext>
            </a:extLst>
          </p:cNvPr>
          <p:cNvSpPr>
            <a:spLocks noChangeArrowheads="1"/>
          </p:cNvSpPr>
          <p:nvPr/>
        </p:nvSpPr>
        <p:spPr bwMode="gray">
          <a:xfrm>
            <a:off x="0" y="0"/>
            <a:ext cx="623888" cy="6858000"/>
          </a:xfrm>
          <a:prstGeom prst="rect">
            <a:avLst/>
          </a:prstGeom>
          <a:blipFill dpi="0" rotWithShape="0">
            <a:blip r:embed="rId14"/>
            <a:srcRect/>
            <a:tile tx="0" ty="0" sx="100000" sy="100000" flip="none" algn="tl"/>
          </a:blip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eaLnBrk="1" hangingPunct="1">
              <a:defRPr/>
            </a:pPr>
            <a:endParaRPr lang="en-US" altLang="en-US" sz="1800">
              <a:solidFill>
                <a:schemeClr val="tx1"/>
              </a:solidFill>
              <a:latin typeface="Arial" panose="020B0604020202020204" pitchFamily="34" charset="0"/>
            </a:endParaRPr>
          </a:p>
        </p:txBody>
      </p:sp>
      <p:sp>
        <p:nvSpPr>
          <p:cNvPr id="1027" name="Rectangle 16">
            <a:extLst>
              <a:ext uri="{FF2B5EF4-FFF2-40B4-BE49-F238E27FC236}">
                <a16:creationId xmlns:a16="http://schemas.microsoft.com/office/drawing/2014/main" id="{3CA42C48-AE39-6EC6-A534-8582F4356735}"/>
              </a:ext>
            </a:extLst>
          </p:cNvPr>
          <p:cNvSpPr>
            <a:spLocks noChangeArrowheads="1"/>
          </p:cNvSpPr>
          <p:nvPr/>
        </p:nvSpPr>
        <p:spPr bwMode="invGray">
          <a:xfrm>
            <a:off x="0" y="-26988"/>
            <a:ext cx="12192000" cy="692151"/>
          </a:xfrm>
          <a:prstGeom prst="rect">
            <a:avLst/>
          </a:prstGeom>
          <a:solidFill>
            <a:srgbClr val="41BD5F"/>
          </a:soli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eaLnBrk="1" hangingPunct="1">
              <a:defRPr/>
            </a:pPr>
            <a:endParaRPr lang="en-US" altLang="en-US" sz="1800">
              <a:solidFill>
                <a:schemeClr val="tx1"/>
              </a:solidFill>
              <a:latin typeface="Arial" panose="020B0604020202020204" pitchFamily="34" charset="0"/>
            </a:endParaRPr>
          </a:p>
        </p:txBody>
      </p:sp>
      <p:sp>
        <p:nvSpPr>
          <p:cNvPr id="1028" name="Line 17">
            <a:extLst>
              <a:ext uri="{FF2B5EF4-FFF2-40B4-BE49-F238E27FC236}">
                <a16:creationId xmlns:a16="http://schemas.microsoft.com/office/drawing/2014/main" id="{06DD21DF-D8C3-0D22-0E30-A735BEE02906}"/>
              </a:ext>
            </a:extLst>
          </p:cNvPr>
          <p:cNvSpPr>
            <a:spLocks noChangeShapeType="1"/>
          </p:cNvSpPr>
          <p:nvPr/>
        </p:nvSpPr>
        <p:spPr bwMode="gray">
          <a:xfrm>
            <a:off x="623888" y="6410325"/>
            <a:ext cx="11233150" cy="0"/>
          </a:xfrm>
          <a:prstGeom prst="line">
            <a:avLst/>
          </a:prstGeom>
          <a:noFill/>
          <a:ln w="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9" name="AutoShape 18">
            <a:extLst>
              <a:ext uri="{FF2B5EF4-FFF2-40B4-BE49-F238E27FC236}">
                <a16:creationId xmlns:a16="http://schemas.microsoft.com/office/drawing/2014/main" id="{EAAE7607-B6FA-5555-6188-AD14DD478140}"/>
              </a:ext>
            </a:extLst>
          </p:cNvPr>
          <p:cNvSpPr>
            <a:spLocks noChangeArrowheads="1"/>
          </p:cNvSpPr>
          <p:nvPr/>
        </p:nvSpPr>
        <p:spPr bwMode="blackWhite">
          <a:xfrm>
            <a:off x="623888" y="119063"/>
            <a:ext cx="9942512" cy="833437"/>
          </a:xfrm>
          <a:prstGeom prst="roundRect">
            <a:avLst>
              <a:gd name="adj" fmla="val 16667"/>
            </a:avLst>
          </a:prstGeom>
          <a:solidFill>
            <a:schemeClr val="tx1"/>
          </a:solidFill>
          <a:ln w="38100" algn="ctr">
            <a:solidFill>
              <a:schemeClr val="bg1"/>
            </a:solidFill>
            <a:round/>
            <a:headEnd/>
            <a:tailEnd/>
          </a:ln>
        </p:spPr>
        <p:txBody>
          <a:bodyPr wrap="none" anchor="ct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eaLnBrk="1" hangingPunct="1">
              <a:defRPr/>
            </a:pPr>
            <a:endParaRPr lang="en-US" altLang="en-US" sz="1800">
              <a:solidFill>
                <a:schemeClr val="tx1"/>
              </a:solidFill>
              <a:latin typeface="Arial" panose="020B0604020202020204" pitchFamily="34" charset="0"/>
            </a:endParaRPr>
          </a:p>
        </p:txBody>
      </p:sp>
      <p:sp>
        <p:nvSpPr>
          <p:cNvPr id="1030" name="Rectangle 3">
            <a:extLst>
              <a:ext uri="{FF2B5EF4-FFF2-40B4-BE49-F238E27FC236}">
                <a16:creationId xmlns:a16="http://schemas.microsoft.com/office/drawing/2014/main" id="{6D70AE96-6481-A81A-205B-3629DEA1CA26}"/>
              </a:ext>
            </a:extLst>
          </p:cNvPr>
          <p:cNvSpPr>
            <a:spLocks noGrp="1" noChangeArrowheads="1"/>
          </p:cNvSpPr>
          <p:nvPr>
            <p:ph type="body" idx="1"/>
          </p:nvPr>
        </p:nvSpPr>
        <p:spPr bwMode="auto">
          <a:xfrm>
            <a:off x="711200" y="990600"/>
            <a:ext cx="111760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 name="Rectangle 4">
            <a:extLst>
              <a:ext uri="{FF2B5EF4-FFF2-40B4-BE49-F238E27FC236}">
                <a16:creationId xmlns:a16="http://schemas.microsoft.com/office/drawing/2014/main" id="{8F53AFD9-D14E-9944-CDC8-D6C16504F1BA}"/>
              </a:ext>
            </a:extLst>
          </p:cNvPr>
          <p:cNvSpPr>
            <a:spLocks noGrp="1" noChangeArrowheads="1"/>
          </p:cNvSpPr>
          <p:nvPr>
            <p:ph type="dt" sz="half" idx="2"/>
          </p:nvPr>
        </p:nvSpPr>
        <p:spPr bwMode="auto">
          <a:xfrm>
            <a:off x="609600" y="6400800"/>
            <a:ext cx="3556000" cy="2555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b="1">
                <a:solidFill>
                  <a:schemeClr val="tx1"/>
                </a:solidFill>
                <a:latin typeface="+mn-lt"/>
              </a:defRPr>
            </a:lvl1pPr>
          </a:lstStyle>
          <a:p>
            <a:pPr>
              <a:defRPr/>
            </a:pPr>
            <a:fld id="{5F08C98D-BF0B-4A8A-9D15-A2B16234C59C}" type="datetime1">
              <a:rPr lang="en-US"/>
              <a:pPr>
                <a:defRPr/>
              </a:pPr>
              <a:t>11/04/2026</a:t>
            </a:fld>
            <a:endParaRPr lang="en-US"/>
          </a:p>
        </p:txBody>
      </p:sp>
      <p:sp>
        <p:nvSpPr>
          <p:cNvPr id="3" name="Rectangle 6">
            <a:extLst>
              <a:ext uri="{FF2B5EF4-FFF2-40B4-BE49-F238E27FC236}">
                <a16:creationId xmlns:a16="http://schemas.microsoft.com/office/drawing/2014/main" id="{2C26D717-D7C8-AFCF-48A4-0D63A6B0D5AC}"/>
              </a:ext>
            </a:extLst>
          </p:cNvPr>
          <p:cNvSpPr>
            <a:spLocks noGrp="1" noChangeArrowheads="1"/>
          </p:cNvSpPr>
          <p:nvPr>
            <p:ph type="sldNum" sz="quarter" idx="4"/>
          </p:nvPr>
        </p:nvSpPr>
        <p:spPr bwMode="auto">
          <a:xfrm>
            <a:off x="3875088" y="6440488"/>
            <a:ext cx="3352800" cy="2428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1">
                <a:solidFill>
                  <a:schemeClr val="tx1"/>
                </a:solidFill>
              </a:defRPr>
            </a:lvl1pPr>
          </a:lstStyle>
          <a:p>
            <a:pPr>
              <a:defRPr/>
            </a:pPr>
            <a:r>
              <a:rPr lang="en-US"/>
              <a:t>MÁY TÍNH VÀ MẠNG ĐIỀU KHIỂN</a:t>
            </a:r>
          </a:p>
        </p:txBody>
      </p:sp>
      <p:sp>
        <p:nvSpPr>
          <p:cNvPr id="1033" name="Rectangle 2">
            <a:extLst>
              <a:ext uri="{FF2B5EF4-FFF2-40B4-BE49-F238E27FC236}">
                <a16:creationId xmlns:a16="http://schemas.microsoft.com/office/drawing/2014/main" id="{F0C78C93-7F21-0EEC-7A23-BA3CCE0FEDD7}"/>
              </a:ext>
            </a:extLst>
          </p:cNvPr>
          <p:cNvSpPr>
            <a:spLocks noGrp="1" noChangeArrowheads="1"/>
          </p:cNvSpPr>
          <p:nvPr>
            <p:ph type="title"/>
          </p:nvPr>
        </p:nvSpPr>
        <p:spPr bwMode="black">
          <a:xfrm>
            <a:off x="730250" y="228600"/>
            <a:ext cx="9550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4" name="Text Box 13">
            <a:extLst>
              <a:ext uri="{FF2B5EF4-FFF2-40B4-BE49-F238E27FC236}">
                <a16:creationId xmlns:a16="http://schemas.microsoft.com/office/drawing/2014/main" id="{033A6F74-6083-471F-3A85-8DA98A674BB3}"/>
              </a:ext>
            </a:extLst>
          </p:cNvPr>
          <p:cNvSpPr txBox="1">
            <a:spLocks noChangeArrowheads="1"/>
          </p:cNvSpPr>
          <p:nvPr/>
        </p:nvSpPr>
        <p:spPr bwMode="white">
          <a:xfrm>
            <a:off x="10580688" y="206375"/>
            <a:ext cx="1625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algn="ctr" eaLnBrk="1" hangingPunct="1">
              <a:defRPr/>
            </a:pPr>
            <a:r>
              <a:rPr lang="en-US" altLang="en-US" sz="1200" b="1">
                <a:solidFill>
                  <a:schemeClr val="bg1"/>
                </a:solidFill>
              </a:rPr>
              <a:t> KTCS</a:t>
            </a:r>
          </a:p>
        </p:txBody>
      </p:sp>
      <p:sp>
        <p:nvSpPr>
          <p:cNvPr id="1035" name="AutoShape 14">
            <a:extLst>
              <a:ext uri="{FF2B5EF4-FFF2-40B4-BE49-F238E27FC236}">
                <a16:creationId xmlns:a16="http://schemas.microsoft.com/office/drawing/2014/main" id="{034E6C4E-7470-D6BA-6E80-ABBA45CDD1CE}"/>
              </a:ext>
            </a:extLst>
          </p:cNvPr>
          <p:cNvSpPr>
            <a:spLocks noChangeArrowheads="1"/>
          </p:cNvSpPr>
          <p:nvPr/>
        </p:nvSpPr>
        <p:spPr bwMode="ltGray">
          <a:xfrm rot="5400000">
            <a:off x="11244263" y="-261937"/>
            <a:ext cx="284162" cy="1001712"/>
          </a:xfrm>
          <a:prstGeom prst="moon">
            <a:avLst>
              <a:gd name="adj" fmla="val 2120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eaLnBrk="1" hangingPunct="1">
              <a:defRPr/>
            </a:pPr>
            <a:endParaRPr lang="en-US" altLang="en-US" sz="1800">
              <a:solidFill>
                <a:schemeClr val="tx1"/>
              </a:solidFill>
              <a:latin typeface="Arial" panose="020B0604020202020204" pitchFamily="34" charset="0"/>
            </a:endParaRPr>
          </a:p>
        </p:txBody>
      </p:sp>
      <p:sp>
        <p:nvSpPr>
          <p:cNvPr id="1036" name="Rectangle 6">
            <a:extLst>
              <a:ext uri="{FF2B5EF4-FFF2-40B4-BE49-F238E27FC236}">
                <a16:creationId xmlns:a16="http://schemas.microsoft.com/office/drawing/2014/main" id="{E74F4B7A-9CA6-14AD-0EDA-D381BA7EA756}"/>
              </a:ext>
            </a:extLst>
          </p:cNvPr>
          <p:cNvSpPr>
            <a:spLocks noChangeArrowheads="1"/>
          </p:cNvSpPr>
          <p:nvPr/>
        </p:nvSpPr>
        <p:spPr bwMode="auto">
          <a:xfrm>
            <a:off x="8534400" y="6400800"/>
            <a:ext cx="3352800"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algn="ctr" eaLnBrk="1" hangingPunct="1">
              <a:defRPr/>
            </a:pPr>
            <a:r>
              <a:rPr lang="en-US" altLang="en-US" sz="1000" b="1">
                <a:solidFill>
                  <a:schemeClr val="tx1"/>
                </a:solidFill>
              </a:rPr>
              <a:t>GV: VŨ QUỐC TUẤN</a:t>
            </a:r>
          </a:p>
        </p:txBody>
      </p:sp>
    </p:spTree>
  </p:cSld>
  <p:clrMap bg1="lt1" tx1="dk1" bg2="lt2" tx2="dk2" accent1="accent1" accent2="accent2" accent3="accent3" accent4="accent4" accent5="accent5" accent6="accent6" hlink="hlink" folHlink="folHlink"/>
  <p:sldLayoutIdLst>
    <p:sldLayoutId id="2147484965" r:id="rId1"/>
    <p:sldLayoutId id="2147484955" r:id="rId2"/>
    <p:sldLayoutId id="2147484956" r:id="rId3"/>
    <p:sldLayoutId id="2147484957" r:id="rId4"/>
    <p:sldLayoutId id="2147484958" r:id="rId5"/>
    <p:sldLayoutId id="2147484959" r:id="rId6"/>
    <p:sldLayoutId id="2147484960" r:id="rId7"/>
    <p:sldLayoutId id="2147484961" r:id="rId8"/>
    <p:sldLayoutId id="2147484962" r:id="rId9"/>
    <p:sldLayoutId id="2147484963" r:id="rId10"/>
    <p:sldLayoutId id="2147484964" r:id="rId11"/>
    <p:sldLayoutId id="2147484966" r:id="rId12"/>
  </p:sldLayoutIdLst>
  <p:hf hdr="0"/>
  <p:txStyles>
    <p:titleStyle>
      <a:lvl1pPr algn="ctr" rtl="0" eaLnBrk="0" fontAlgn="base" hangingPunct="0">
        <a:spcBef>
          <a:spcPct val="0"/>
        </a:spcBef>
        <a:spcAft>
          <a:spcPct val="0"/>
        </a:spcAft>
        <a:defRPr sz="3200">
          <a:solidFill>
            <a:schemeClr val="bg1"/>
          </a:solidFill>
          <a:latin typeface="+mj-lt"/>
          <a:ea typeface="+mj-ea"/>
          <a:cs typeface="+mj-cs"/>
        </a:defRPr>
      </a:lvl1pPr>
      <a:lvl2pPr algn="ctr" rtl="0" eaLnBrk="0" fontAlgn="base" hangingPunct="0">
        <a:spcBef>
          <a:spcPct val="0"/>
        </a:spcBef>
        <a:spcAft>
          <a:spcPct val="0"/>
        </a:spcAft>
        <a:defRPr sz="3200">
          <a:solidFill>
            <a:schemeClr val="bg1"/>
          </a:solidFill>
          <a:latin typeface="Verdana" pitchFamily="34" charset="0"/>
        </a:defRPr>
      </a:lvl2pPr>
      <a:lvl3pPr algn="ctr" rtl="0" eaLnBrk="0" fontAlgn="base" hangingPunct="0">
        <a:spcBef>
          <a:spcPct val="0"/>
        </a:spcBef>
        <a:spcAft>
          <a:spcPct val="0"/>
        </a:spcAft>
        <a:defRPr sz="3200">
          <a:solidFill>
            <a:schemeClr val="bg1"/>
          </a:solidFill>
          <a:latin typeface="Verdana" pitchFamily="34" charset="0"/>
        </a:defRPr>
      </a:lvl3pPr>
      <a:lvl4pPr algn="ctr" rtl="0" eaLnBrk="0" fontAlgn="base" hangingPunct="0">
        <a:spcBef>
          <a:spcPct val="0"/>
        </a:spcBef>
        <a:spcAft>
          <a:spcPct val="0"/>
        </a:spcAft>
        <a:defRPr sz="3200">
          <a:solidFill>
            <a:schemeClr val="bg1"/>
          </a:solidFill>
          <a:latin typeface="Verdana" pitchFamily="34" charset="0"/>
        </a:defRPr>
      </a:lvl4pPr>
      <a:lvl5pPr algn="ctr" rtl="0" eaLnBrk="0" fontAlgn="base" hangingPunct="0">
        <a:spcBef>
          <a:spcPct val="0"/>
        </a:spcBef>
        <a:spcAft>
          <a:spcPct val="0"/>
        </a:spcAft>
        <a:defRPr sz="3200">
          <a:solidFill>
            <a:schemeClr val="bg1"/>
          </a:solidFill>
          <a:latin typeface="Verdana" pitchFamily="34" charset="0"/>
        </a:defRPr>
      </a:lvl5pPr>
      <a:lvl6pPr marL="457200" algn="ctr" rtl="0" fontAlgn="base">
        <a:spcBef>
          <a:spcPct val="0"/>
        </a:spcBef>
        <a:spcAft>
          <a:spcPct val="0"/>
        </a:spcAft>
        <a:defRPr sz="3200">
          <a:solidFill>
            <a:schemeClr val="bg1"/>
          </a:solidFill>
          <a:latin typeface="Verdana" pitchFamily="34" charset="0"/>
        </a:defRPr>
      </a:lvl6pPr>
      <a:lvl7pPr marL="914400" algn="ctr" rtl="0" fontAlgn="base">
        <a:spcBef>
          <a:spcPct val="0"/>
        </a:spcBef>
        <a:spcAft>
          <a:spcPct val="0"/>
        </a:spcAft>
        <a:defRPr sz="3200">
          <a:solidFill>
            <a:schemeClr val="bg1"/>
          </a:solidFill>
          <a:latin typeface="Verdana" pitchFamily="34" charset="0"/>
        </a:defRPr>
      </a:lvl7pPr>
      <a:lvl8pPr marL="1371600" algn="ctr" rtl="0" fontAlgn="base">
        <a:spcBef>
          <a:spcPct val="0"/>
        </a:spcBef>
        <a:spcAft>
          <a:spcPct val="0"/>
        </a:spcAft>
        <a:defRPr sz="3200">
          <a:solidFill>
            <a:schemeClr val="bg1"/>
          </a:solidFill>
          <a:latin typeface="Verdana" pitchFamily="34" charset="0"/>
        </a:defRPr>
      </a:lvl8pPr>
      <a:lvl9pPr marL="1828800" algn="ctr" rtl="0" fontAlgn="base">
        <a:spcBef>
          <a:spcPct val="0"/>
        </a:spcBef>
        <a:spcAft>
          <a:spcPct val="0"/>
        </a:spcAft>
        <a:defRPr sz="3200">
          <a:solidFill>
            <a:schemeClr val="bg1"/>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7.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3EC6CE-8653-167C-1599-8716C2FAAE44}"/>
              </a:ext>
            </a:extLst>
          </p:cNvPr>
          <p:cNvSpPr>
            <a:spLocks noGrp="1"/>
          </p:cNvSpPr>
          <p:nvPr>
            <p:ph type="dt" sz="quarter" idx="10"/>
          </p:nvPr>
        </p:nvSpPr>
        <p:spPr/>
        <p:txBody>
          <a:bodyPr/>
          <a:lstStyle/>
          <a:p>
            <a:pPr>
              <a:defRPr/>
            </a:pPr>
            <a:fld id="{8562F00A-3508-4F5E-BA1B-C71D1FC88D3F}" type="datetime1">
              <a:rPr lang="en-US" smtClean="0"/>
              <a:pPr>
                <a:defRPr/>
              </a:pPr>
              <a:t>11/04/2026</a:t>
            </a:fld>
            <a:endParaRPr lang="en-US"/>
          </a:p>
        </p:txBody>
      </p:sp>
      <p:sp>
        <p:nvSpPr>
          <p:cNvPr id="6147" name="Slide Number Placeholder 4">
            <a:extLst>
              <a:ext uri="{FF2B5EF4-FFF2-40B4-BE49-F238E27FC236}">
                <a16:creationId xmlns:a16="http://schemas.microsoft.com/office/drawing/2014/main" id="{E402F8D7-A7E2-24E1-A532-12BF998330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000">
                <a:latin typeface="Times New Roman" panose="02020603050405020304" pitchFamily="18" charset="0"/>
              </a:rPr>
              <a:t>KỸ THUẬT XUNG – SỐ</a:t>
            </a:r>
          </a:p>
        </p:txBody>
      </p:sp>
      <p:pic>
        <p:nvPicPr>
          <p:cNvPr id="6148" name="Picture 5">
            <a:extLst>
              <a:ext uri="{FF2B5EF4-FFF2-40B4-BE49-F238E27FC236}">
                <a16:creationId xmlns:a16="http://schemas.microsoft.com/office/drawing/2014/main" id="{D21F1100-E89A-E03B-0353-A2E86DE5C4A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38" y="0"/>
            <a:ext cx="12192001" cy="686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5275D01A-19B3-93D2-BBF5-65E52BAB5B38}"/>
              </a:ext>
            </a:extLst>
          </p:cNvPr>
          <p:cNvCxnSpPr/>
          <p:nvPr/>
        </p:nvCxnSpPr>
        <p:spPr>
          <a:xfrm flipV="1">
            <a:off x="3657600" y="1143000"/>
            <a:ext cx="4114800" cy="0"/>
          </a:xfrm>
          <a:prstGeom prst="line">
            <a:avLst/>
          </a:prstGeom>
          <a:ln w="28575">
            <a:solidFill>
              <a:srgbClr val="00359E"/>
            </a:solidFill>
          </a:ln>
        </p:spPr>
        <p:style>
          <a:lnRef idx="1">
            <a:schemeClr val="accent1"/>
          </a:lnRef>
          <a:fillRef idx="0">
            <a:schemeClr val="accent1"/>
          </a:fillRef>
          <a:effectRef idx="0">
            <a:schemeClr val="accent1"/>
          </a:effectRef>
          <a:fontRef idx="minor">
            <a:schemeClr val="tx1"/>
          </a:fontRef>
        </p:style>
      </p:cxnSp>
      <p:sp>
        <p:nvSpPr>
          <p:cNvPr id="6150" name="TextBox 9">
            <a:extLst>
              <a:ext uri="{FF2B5EF4-FFF2-40B4-BE49-F238E27FC236}">
                <a16:creationId xmlns:a16="http://schemas.microsoft.com/office/drawing/2014/main" id="{3461BCBB-9B63-C6D2-D73B-130D479E75A2}"/>
              </a:ext>
            </a:extLst>
          </p:cNvPr>
          <p:cNvSpPr txBox="1">
            <a:spLocks noChangeArrowheads="1"/>
          </p:cNvSpPr>
          <p:nvPr/>
        </p:nvSpPr>
        <p:spPr bwMode="auto">
          <a:xfrm>
            <a:off x="2590800" y="65088"/>
            <a:ext cx="62103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200">
                <a:solidFill>
                  <a:srgbClr val="00359E"/>
                </a:solidFill>
                <a:latin typeface="Times New Roman" panose="02020603050405020304" pitchFamily="18" charset="0"/>
              </a:rPr>
              <a:t>QUÂN CHUNG HẢI QUÂN</a:t>
            </a:r>
          </a:p>
          <a:p>
            <a:pPr algn="ctr">
              <a:spcBef>
                <a:spcPct val="0"/>
              </a:spcBef>
              <a:buClrTx/>
              <a:buFontTx/>
              <a:buNone/>
            </a:pPr>
            <a:r>
              <a:rPr lang="en-US" altLang="en-US" sz="3200" b="1">
                <a:solidFill>
                  <a:srgbClr val="00359E"/>
                </a:solidFill>
                <a:latin typeface="Times New Roman" panose="02020603050405020304" pitchFamily="18" charset="0"/>
              </a:rPr>
              <a:t>HỌC VIỆN HẢI QUÂN</a:t>
            </a:r>
          </a:p>
        </p:txBody>
      </p:sp>
      <p:sp>
        <p:nvSpPr>
          <p:cNvPr id="6151" name="TextBox 16">
            <a:extLst>
              <a:ext uri="{FF2B5EF4-FFF2-40B4-BE49-F238E27FC236}">
                <a16:creationId xmlns:a16="http://schemas.microsoft.com/office/drawing/2014/main" id="{9F183062-FAC3-D8E4-8580-7FFD5AA79435}"/>
              </a:ext>
            </a:extLst>
          </p:cNvPr>
          <p:cNvSpPr txBox="1">
            <a:spLocks noChangeArrowheads="1"/>
          </p:cNvSpPr>
          <p:nvPr/>
        </p:nvSpPr>
        <p:spPr bwMode="auto">
          <a:xfrm>
            <a:off x="304800" y="1776413"/>
            <a:ext cx="1082040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400" b="1">
                <a:solidFill>
                  <a:srgbClr val="FFFF00"/>
                </a:solidFill>
                <a:latin typeface="Times New Roman" panose="02020603050405020304" pitchFamily="18" charset="0"/>
              </a:rPr>
              <a:t>SÁNG TẠO KHOA HỌC TRẺ</a:t>
            </a:r>
          </a:p>
          <a:p>
            <a:pPr algn="ctr">
              <a:spcBef>
                <a:spcPct val="0"/>
              </a:spcBef>
              <a:buClrTx/>
              <a:buFontTx/>
              <a:buNone/>
            </a:pPr>
            <a:r>
              <a:rPr lang="en-US" altLang="en-US" sz="3400" b="1">
                <a:solidFill>
                  <a:srgbClr val="FFFF00"/>
                </a:solidFill>
                <a:latin typeface="Times New Roman" panose="02020603050405020304" pitchFamily="18" charset="0"/>
              </a:rPr>
              <a:t> HỌC VIỆN HẢI QUÂN  LẦN THỨ 3 NĂM 2026</a:t>
            </a:r>
          </a:p>
        </p:txBody>
      </p:sp>
      <p:sp>
        <p:nvSpPr>
          <p:cNvPr id="6152" name="Rectangle 7">
            <a:extLst>
              <a:ext uri="{FF2B5EF4-FFF2-40B4-BE49-F238E27FC236}">
                <a16:creationId xmlns:a16="http://schemas.microsoft.com/office/drawing/2014/main" id="{AE32AE84-5EA2-D545-11C6-044751196AAE}"/>
              </a:ext>
            </a:extLst>
          </p:cNvPr>
          <p:cNvSpPr>
            <a:spLocks noChangeArrowheads="1"/>
          </p:cNvSpPr>
          <p:nvPr/>
        </p:nvSpPr>
        <p:spPr bwMode="auto">
          <a:xfrm>
            <a:off x="876300" y="3168650"/>
            <a:ext cx="10439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90000"/>
              </a:lnSpc>
              <a:spcBef>
                <a:spcPct val="0"/>
              </a:spcBef>
              <a:spcAft>
                <a:spcPts val="600"/>
              </a:spcAft>
              <a:buClrTx/>
              <a:buFont typeface="Wingdings" panose="05000000000000000000" pitchFamily="2" charset="2"/>
              <a:buNone/>
            </a:pPr>
            <a:r>
              <a:rPr lang="vi-VN" altLang="en-US" sz="4000" b="1">
                <a:solidFill>
                  <a:srgbClr val="FF0000"/>
                </a:solidFill>
                <a:latin typeface="Times New Roman" panose="02020603050405020304" pitchFamily="18" charset="0"/>
                <a:cs typeface="Times New Roman" panose="02020603050405020304" pitchFamily="18" charset="0"/>
              </a:rPr>
              <a:t>Tên </a:t>
            </a:r>
            <a:r>
              <a:rPr lang="en-US" altLang="en-US" sz="4000" b="1">
                <a:solidFill>
                  <a:srgbClr val="FF0000"/>
                </a:solidFill>
                <a:latin typeface="Times New Roman" panose="02020603050405020304" pitchFamily="18" charset="0"/>
                <a:cs typeface="Times New Roman" panose="02020603050405020304" pitchFamily="18" charset="0"/>
              </a:rPr>
              <a:t>đề tài:  Xây dựng mô hình IoT giám sát mực nước và cảnh báo ngập trên tàu Hải quân</a:t>
            </a:r>
            <a:endParaRPr lang="en-US" altLang="en-US" sz="4000">
              <a:solidFill>
                <a:srgbClr val="FF0000"/>
              </a:solidFill>
              <a:latin typeface="Times New Roman" panose="02020603050405020304" pitchFamily="18" charset="0"/>
              <a:cs typeface="Times New Roman" panose="02020603050405020304" pitchFamily="18" charset="0"/>
            </a:endParaRPr>
          </a:p>
        </p:txBody>
      </p:sp>
      <p:sp>
        <p:nvSpPr>
          <p:cNvPr id="6153" name="TextBox 18">
            <a:extLst>
              <a:ext uri="{FF2B5EF4-FFF2-40B4-BE49-F238E27FC236}">
                <a16:creationId xmlns:a16="http://schemas.microsoft.com/office/drawing/2014/main" id="{A9863614-580E-F5A9-4B15-B7082EDDCBE0}"/>
              </a:ext>
            </a:extLst>
          </p:cNvPr>
          <p:cNvSpPr txBox="1">
            <a:spLocks noChangeArrowheads="1"/>
          </p:cNvSpPr>
          <p:nvPr/>
        </p:nvSpPr>
        <p:spPr bwMode="auto">
          <a:xfrm>
            <a:off x="2990850" y="6240463"/>
            <a:ext cx="621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a:solidFill>
                  <a:srgbClr val="00359E"/>
                </a:solidFill>
                <a:latin typeface="Times New Roman" panose="02020603050405020304" pitchFamily="18" charset="0"/>
              </a:rPr>
              <a:t>KHÁNH HÒA, THÁNG 4 NĂM 2026</a:t>
            </a:r>
            <a:endParaRPr lang="en-US" altLang="en-US" sz="2400" b="1">
              <a:solidFill>
                <a:srgbClr val="00359E"/>
              </a:solidFill>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D53D72D-80EC-4585-721F-1C0D73307FDF}"/>
              </a:ext>
            </a:extLst>
          </p:cNvPr>
          <p:cNvSpPr>
            <a:spLocks noGrp="1"/>
          </p:cNvSpPr>
          <p:nvPr>
            <p:ph type="dt" sz="quarter" idx="10"/>
          </p:nvPr>
        </p:nvSpPr>
        <p:spPr/>
        <p:txBody>
          <a:bodyPr/>
          <a:lstStyle/>
          <a:p>
            <a:pPr>
              <a:defRPr/>
            </a:pPr>
            <a:fld id="{8562F00A-3508-4F5E-BA1B-C71D1FC88D3F}" type="datetime1">
              <a:rPr lang="en-US" smtClean="0"/>
              <a:pPr>
                <a:defRPr/>
              </a:pPr>
              <a:t>11/04/2026</a:t>
            </a:fld>
            <a:endParaRPr lang="en-US"/>
          </a:p>
        </p:txBody>
      </p:sp>
      <p:sp>
        <p:nvSpPr>
          <p:cNvPr id="7171" name="Slide Number Placeholder 4">
            <a:extLst>
              <a:ext uri="{FF2B5EF4-FFF2-40B4-BE49-F238E27FC236}">
                <a16:creationId xmlns:a16="http://schemas.microsoft.com/office/drawing/2014/main" id="{1F44573D-5DF8-0900-7CD8-F94E788660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000">
                <a:latin typeface="Times New Roman" panose="02020603050405020304" pitchFamily="18" charset="0"/>
              </a:rPr>
              <a:t>KỸ THUẬT XUNG – SỐ</a:t>
            </a:r>
          </a:p>
        </p:txBody>
      </p:sp>
      <p:pic>
        <p:nvPicPr>
          <p:cNvPr id="7172" name="Picture 5">
            <a:extLst>
              <a:ext uri="{FF2B5EF4-FFF2-40B4-BE49-F238E27FC236}">
                <a16:creationId xmlns:a16="http://schemas.microsoft.com/office/drawing/2014/main" id="{82E49A41-D148-7A2B-53C4-BC07803E5EA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00025"/>
            <a:ext cx="12268200" cy="705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Box 9">
            <a:extLst>
              <a:ext uri="{FF2B5EF4-FFF2-40B4-BE49-F238E27FC236}">
                <a16:creationId xmlns:a16="http://schemas.microsoft.com/office/drawing/2014/main" id="{1E16F21E-5F84-49B5-70A6-4CDC9A52851F}"/>
              </a:ext>
            </a:extLst>
          </p:cNvPr>
          <p:cNvSpPr txBox="1">
            <a:spLocks noChangeArrowheads="1"/>
          </p:cNvSpPr>
          <p:nvPr/>
        </p:nvSpPr>
        <p:spPr bwMode="auto">
          <a:xfrm>
            <a:off x="2609850" y="65088"/>
            <a:ext cx="62103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200">
                <a:solidFill>
                  <a:srgbClr val="00359E"/>
                </a:solidFill>
                <a:latin typeface="Times New Roman" panose="02020603050405020304" pitchFamily="18" charset="0"/>
              </a:rPr>
              <a:t>QUÂN CHUNG HẢI QUÂN</a:t>
            </a:r>
          </a:p>
          <a:p>
            <a:pPr algn="ctr">
              <a:spcBef>
                <a:spcPct val="0"/>
              </a:spcBef>
              <a:buClrTx/>
              <a:buFontTx/>
              <a:buNone/>
            </a:pPr>
            <a:r>
              <a:rPr lang="en-US" altLang="en-US" sz="3200" b="1">
                <a:solidFill>
                  <a:srgbClr val="00359E"/>
                </a:solidFill>
                <a:latin typeface="Times New Roman" panose="02020603050405020304" pitchFamily="18" charset="0"/>
              </a:rPr>
              <a:t>HỌC VIỆN HẢI QUÂN</a:t>
            </a:r>
          </a:p>
        </p:txBody>
      </p:sp>
      <p:sp>
        <p:nvSpPr>
          <p:cNvPr id="7174" name="TextBox 16">
            <a:extLst>
              <a:ext uri="{FF2B5EF4-FFF2-40B4-BE49-F238E27FC236}">
                <a16:creationId xmlns:a16="http://schemas.microsoft.com/office/drawing/2014/main" id="{5FF19B2F-DB44-CCD2-0FA6-DD218590695C}"/>
              </a:ext>
            </a:extLst>
          </p:cNvPr>
          <p:cNvSpPr txBox="1">
            <a:spLocks noChangeArrowheads="1"/>
          </p:cNvSpPr>
          <p:nvPr/>
        </p:nvSpPr>
        <p:spPr bwMode="auto">
          <a:xfrm>
            <a:off x="457200" y="1784350"/>
            <a:ext cx="1082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000" b="1">
                <a:solidFill>
                  <a:srgbClr val="0070C0"/>
                </a:solidFill>
                <a:latin typeface="Times New Roman" panose="02020603050405020304" pitchFamily="18" charset="0"/>
              </a:rPr>
              <a:t>SÁNG TẠO KHOA HỌC TRẺ</a:t>
            </a:r>
          </a:p>
          <a:p>
            <a:pPr algn="ctr">
              <a:spcBef>
                <a:spcPct val="0"/>
              </a:spcBef>
              <a:buClrTx/>
              <a:buFontTx/>
              <a:buNone/>
            </a:pPr>
            <a:r>
              <a:rPr lang="en-US" altLang="en-US" sz="3000" b="1">
                <a:solidFill>
                  <a:srgbClr val="0070C0"/>
                </a:solidFill>
                <a:latin typeface="Times New Roman" panose="02020603050405020304" pitchFamily="18" charset="0"/>
              </a:rPr>
              <a:t> HỌC VIỆN HẢI QUÂN  LẦN THỨ 3 NĂM 2026</a:t>
            </a:r>
          </a:p>
        </p:txBody>
      </p:sp>
      <p:sp>
        <p:nvSpPr>
          <p:cNvPr id="7175" name="Rectangle 7">
            <a:extLst>
              <a:ext uri="{FF2B5EF4-FFF2-40B4-BE49-F238E27FC236}">
                <a16:creationId xmlns:a16="http://schemas.microsoft.com/office/drawing/2014/main" id="{A68662AB-23B0-ECEE-B4B6-E0BB5DD19016}"/>
              </a:ext>
            </a:extLst>
          </p:cNvPr>
          <p:cNvSpPr>
            <a:spLocks noChangeArrowheads="1"/>
          </p:cNvSpPr>
          <p:nvPr/>
        </p:nvSpPr>
        <p:spPr bwMode="auto">
          <a:xfrm>
            <a:off x="1485900" y="3321050"/>
            <a:ext cx="9296400"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90000"/>
              </a:lnSpc>
              <a:spcBef>
                <a:spcPct val="0"/>
              </a:spcBef>
              <a:spcAft>
                <a:spcPts val="600"/>
              </a:spcAft>
              <a:buClrTx/>
              <a:buFont typeface="Wingdings" panose="05000000000000000000" pitchFamily="2" charset="2"/>
              <a:buNone/>
            </a:pPr>
            <a:r>
              <a:rPr lang="vi-VN" altLang="en-US" b="1">
                <a:solidFill>
                  <a:srgbClr val="0070C0"/>
                </a:solidFill>
                <a:latin typeface="Times New Roman" panose="02020603050405020304" pitchFamily="18" charset="0"/>
                <a:cs typeface="Times New Roman" panose="02020603050405020304" pitchFamily="18" charset="0"/>
              </a:rPr>
              <a:t>Tên </a:t>
            </a:r>
            <a:r>
              <a:rPr lang="en-US" altLang="en-US" b="1">
                <a:solidFill>
                  <a:srgbClr val="0070C0"/>
                </a:solidFill>
                <a:latin typeface="Times New Roman" panose="02020603050405020304" pitchFamily="18" charset="0"/>
                <a:cs typeface="Times New Roman" panose="02020603050405020304" pitchFamily="18" charset="0"/>
              </a:rPr>
              <a:t>đề tài:  </a:t>
            </a:r>
            <a:r>
              <a:rPr lang="en-US" altLang="en-US" sz="3600" b="1">
                <a:solidFill>
                  <a:srgbClr val="0070C0"/>
                </a:solidFill>
                <a:latin typeface="Times New Roman" panose="02020603050405020304" pitchFamily="18" charset="0"/>
                <a:cs typeface="Times New Roman" panose="02020603050405020304" pitchFamily="18" charset="0"/>
              </a:rPr>
              <a:t>Xây dựng mô hình IoT giám sát mực nước và cảnh báo ngập trên tàu Hải quân</a:t>
            </a:r>
            <a:endParaRPr lang="en-US" altLang="en-US" sz="3600">
              <a:solidFill>
                <a:srgbClr val="0070C0"/>
              </a:solidFill>
              <a:latin typeface="Times New Roman" panose="02020603050405020304" pitchFamily="18" charset="0"/>
              <a:cs typeface="Times New Roman" panose="02020603050405020304" pitchFamily="18" charset="0"/>
            </a:endParaRPr>
          </a:p>
        </p:txBody>
      </p:sp>
      <p:sp>
        <p:nvSpPr>
          <p:cNvPr id="7176" name="TextBox 18">
            <a:extLst>
              <a:ext uri="{FF2B5EF4-FFF2-40B4-BE49-F238E27FC236}">
                <a16:creationId xmlns:a16="http://schemas.microsoft.com/office/drawing/2014/main" id="{3E8BA30C-FA2A-C74D-7F2B-DC6905CC7055}"/>
              </a:ext>
            </a:extLst>
          </p:cNvPr>
          <p:cNvSpPr txBox="1">
            <a:spLocks noChangeArrowheads="1"/>
          </p:cNvSpPr>
          <p:nvPr/>
        </p:nvSpPr>
        <p:spPr bwMode="auto">
          <a:xfrm>
            <a:off x="3028950" y="6297613"/>
            <a:ext cx="621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a:solidFill>
                  <a:srgbClr val="00359E"/>
                </a:solidFill>
                <a:latin typeface="Times New Roman" panose="02020603050405020304" pitchFamily="18" charset="0"/>
              </a:rPr>
              <a:t>KHÁNH HÒA, THÁNG 4 NĂM 2026</a:t>
            </a:r>
            <a:endParaRPr lang="en-US" altLang="en-US" sz="2400" b="1">
              <a:solidFill>
                <a:srgbClr val="00359E"/>
              </a:solidFill>
              <a:latin typeface="Times New Roman" panose="02020603050405020304" pitchFamily="18" charset="0"/>
            </a:endParaRPr>
          </a:p>
        </p:txBody>
      </p:sp>
      <p:cxnSp>
        <p:nvCxnSpPr>
          <p:cNvPr id="11" name="Straight Connector 10">
            <a:extLst>
              <a:ext uri="{FF2B5EF4-FFF2-40B4-BE49-F238E27FC236}">
                <a16:creationId xmlns:a16="http://schemas.microsoft.com/office/drawing/2014/main" id="{0AB28E40-77C2-E790-259A-A87591BF3C43}"/>
              </a:ext>
            </a:extLst>
          </p:cNvPr>
          <p:cNvCxnSpPr/>
          <p:nvPr/>
        </p:nvCxnSpPr>
        <p:spPr>
          <a:xfrm flipV="1">
            <a:off x="3657600" y="1112838"/>
            <a:ext cx="4114800" cy="0"/>
          </a:xfrm>
          <a:prstGeom prst="line">
            <a:avLst/>
          </a:prstGeom>
          <a:ln w="28575">
            <a:solidFill>
              <a:srgbClr val="00359E"/>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9290B4-2100-FC74-687C-E196BEA08345}"/>
              </a:ext>
            </a:extLst>
          </p:cNvPr>
          <p:cNvSpPr>
            <a:spLocks noGrp="1"/>
          </p:cNvSpPr>
          <p:nvPr>
            <p:ph type="dt" sz="quarter" idx="10"/>
          </p:nvPr>
        </p:nvSpPr>
        <p:spPr/>
        <p:txBody>
          <a:bodyPr/>
          <a:lstStyle/>
          <a:p>
            <a:pPr>
              <a:defRPr/>
            </a:pPr>
            <a:fld id="{8562F00A-3508-4F5E-BA1B-C71D1FC88D3F}" type="datetime1">
              <a:rPr lang="en-US" smtClean="0"/>
              <a:pPr>
                <a:defRPr/>
              </a:pPr>
              <a:t>11/04/2026</a:t>
            </a:fld>
            <a:endParaRPr lang="en-US"/>
          </a:p>
        </p:txBody>
      </p:sp>
      <p:sp>
        <p:nvSpPr>
          <p:cNvPr id="8195" name="Slide Number Placeholder 4">
            <a:extLst>
              <a:ext uri="{FF2B5EF4-FFF2-40B4-BE49-F238E27FC236}">
                <a16:creationId xmlns:a16="http://schemas.microsoft.com/office/drawing/2014/main" id="{FB81D550-38C9-42B7-85C6-80D807BC93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000">
                <a:latin typeface="Times New Roman" panose="02020603050405020304" pitchFamily="18" charset="0"/>
              </a:rPr>
              <a:t>KỸ THUẬT XUNG – SỐ</a:t>
            </a:r>
          </a:p>
        </p:txBody>
      </p:sp>
      <p:pic>
        <p:nvPicPr>
          <p:cNvPr id="8196" name="Picture 5">
            <a:extLst>
              <a:ext uri="{FF2B5EF4-FFF2-40B4-BE49-F238E27FC236}">
                <a16:creationId xmlns:a16="http://schemas.microsoft.com/office/drawing/2014/main" id="{BB3430E0-E17F-E8B2-97B8-1F342854E0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9">
            <a:extLst>
              <a:ext uri="{FF2B5EF4-FFF2-40B4-BE49-F238E27FC236}">
                <a16:creationId xmlns:a16="http://schemas.microsoft.com/office/drawing/2014/main" id="{0A7F23E7-7209-E337-77D3-EF2C3351AA46}"/>
              </a:ext>
            </a:extLst>
          </p:cNvPr>
          <p:cNvSpPr txBox="1">
            <a:spLocks noChangeArrowheads="1"/>
          </p:cNvSpPr>
          <p:nvPr/>
        </p:nvSpPr>
        <p:spPr bwMode="auto">
          <a:xfrm>
            <a:off x="2609850" y="141288"/>
            <a:ext cx="62103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200">
                <a:solidFill>
                  <a:srgbClr val="00359E"/>
                </a:solidFill>
                <a:latin typeface="Times New Roman" panose="02020603050405020304" pitchFamily="18" charset="0"/>
              </a:rPr>
              <a:t>QUÂN CHUNG HẢI QUÂN</a:t>
            </a:r>
          </a:p>
          <a:p>
            <a:pPr algn="ctr">
              <a:spcBef>
                <a:spcPct val="0"/>
              </a:spcBef>
              <a:buClrTx/>
              <a:buFontTx/>
              <a:buNone/>
            </a:pPr>
            <a:r>
              <a:rPr lang="en-US" altLang="en-US" sz="3200" b="1">
                <a:solidFill>
                  <a:srgbClr val="00359E"/>
                </a:solidFill>
                <a:latin typeface="Times New Roman" panose="02020603050405020304" pitchFamily="18" charset="0"/>
              </a:rPr>
              <a:t>HỌC VIỆN HẢI QUÂN</a:t>
            </a:r>
          </a:p>
        </p:txBody>
      </p:sp>
      <p:cxnSp>
        <p:nvCxnSpPr>
          <p:cNvPr id="8" name="Straight Connector 7">
            <a:extLst>
              <a:ext uri="{FF2B5EF4-FFF2-40B4-BE49-F238E27FC236}">
                <a16:creationId xmlns:a16="http://schemas.microsoft.com/office/drawing/2014/main" id="{35680B25-FB13-9B06-D120-9939C81CF799}"/>
              </a:ext>
            </a:extLst>
          </p:cNvPr>
          <p:cNvCxnSpPr/>
          <p:nvPr/>
        </p:nvCxnSpPr>
        <p:spPr>
          <a:xfrm flipV="1">
            <a:off x="3657600" y="1219200"/>
            <a:ext cx="4114800" cy="0"/>
          </a:xfrm>
          <a:prstGeom prst="line">
            <a:avLst/>
          </a:prstGeom>
          <a:ln w="28575">
            <a:solidFill>
              <a:srgbClr val="00359E"/>
            </a:solidFill>
          </a:ln>
        </p:spPr>
        <p:style>
          <a:lnRef idx="1">
            <a:schemeClr val="accent1"/>
          </a:lnRef>
          <a:fillRef idx="0">
            <a:schemeClr val="accent1"/>
          </a:fillRef>
          <a:effectRef idx="0">
            <a:schemeClr val="accent1"/>
          </a:effectRef>
          <a:fontRef idx="minor">
            <a:schemeClr val="tx1"/>
          </a:fontRef>
        </p:style>
      </p:cxnSp>
      <p:sp>
        <p:nvSpPr>
          <p:cNvPr id="8199" name="TextBox 16">
            <a:extLst>
              <a:ext uri="{FF2B5EF4-FFF2-40B4-BE49-F238E27FC236}">
                <a16:creationId xmlns:a16="http://schemas.microsoft.com/office/drawing/2014/main" id="{BCCF49F8-4AF6-9C32-DA49-37FE8FE370DD}"/>
              </a:ext>
            </a:extLst>
          </p:cNvPr>
          <p:cNvSpPr txBox="1">
            <a:spLocks noChangeArrowheads="1"/>
          </p:cNvSpPr>
          <p:nvPr/>
        </p:nvSpPr>
        <p:spPr bwMode="auto">
          <a:xfrm>
            <a:off x="304800" y="1787525"/>
            <a:ext cx="1082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3000" b="1">
                <a:solidFill>
                  <a:srgbClr val="FF0000"/>
                </a:solidFill>
                <a:latin typeface="Times New Roman" panose="02020603050405020304" pitchFamily="18" charset="0"/>
              </a:rPr>
              <a:t>SÁNG TẠO KHOA HỌC TRẺ</a:t>
            </a:r>
          </a:p>
          <a:p>
            <a:pPr algn="ctr">
              <a:spcBef>
                <a:spcPct val="0"/>
              </a:spcBef>
              <a:buClrTx/>
              <a:buFontTx/>
              <a:buNone/>
            </a:pPr>
            <a:r>
              <a:rPr lang="en-US" altLang="en-US" sz="3000" b="1">
                <a:solidFill>
                  <a:srgbClr val="FF0000"/>
                </a:solidFill>
                <a:latin typeface="Times New Roman" panose="02020603050405020304" pitchFamily="18" charset="0"/>
              </a:rPr>
              <a:t> HỌC VIỆN HẢI QUÂN  LẦN THỨ 3 NĂM 2026</a:t>
            </a:r>
          </a:p>
        </p:txBody>
      </p:sp>
      <p:sp>
        <p:nvSpPr>
          <p:cNvPr id="8200" name="Rectangle 7">
            <a:extLst>
              <a:ext uri="{FF2B5EF4-FFF2-40B4-BE49-F238E27FC236}">
                <a16:creationId xmlns:a16="http://schemas.microsoft.com/office/drawing/2014/main" id="{27E0FA07-6556-2FDD-589A-C39807E32C7D}"/>
              </a:ext>
            </a:extLst>
          </p:cNvPr>
          <p:cNvSpPr>
            <a:spLocks noChangeArrowheads="1"/>
          </p:cNvSpPr>
          <p:nvPr/>
        </p:nvSpPr>
        <p:spPr bwMode="auto">
          <a:xfrm>
            <a:off x="876300" y="3168650"/>
            <a:ext cx="10439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lnSpc>
                <a:spcPct val="90000"/>
              </a:lnSpc>
              <a:spcBef>
                <a:spcPct val="0"/>
              </a:spcBef>
              <a:spcAft>
                <a:spcPts val="600"/>
              </a:spcAft>
              <a:buClrTx/>
              <a:buFont typeface="Wingdings" panose="05000000000000000000" pitchFamily="2" charset="2"/>
              <a:buNone/>
            </a:pPr>
            <a:r>
              <a:rPr lang="vi-VN" altLang="en-US" sz="4000" b="1">
                <a:solidFill>
                  <a:srgbClr val="FFFF00"/>
                </a:solidFill>
                <a:latin typeface="Times New Roman" panose="02020603050405020304" pitchFamily="18" charset="0"/>
                <a:cs typeface="Times New Roman" panose="02020603050405020304" pitchFamily="18" charset="0"/>
              </a:rPr>
              <a:t>Tên </a:t>
            </a:r>
            <a:r>
              <a:rPr lang="en-US" altLang="en-US" sz="4000" b="1">
                <a:solidFill>
                  <a:srgbClr val="FFFF00"/>
                </a:solidFill>
                <a:latin typeface="Times New Roman" panose="02020603050405020304" pitchFamily="18" charset="0"/>
                <a:cs typeface="Times New Roman" panose="02020603050405020304" pitchFamily="18" charset="0"/>
              </a:rPr>
              <a:t>đề tài:  Xây dựng mô hình IoT giám sát mực nước và cảnh báo ngập trên tàu Hải quân</a:t>
            </a:r>
            <a:endParaRPr lang="en-US" altLang="en-US" sz="4000">
              <a:solidFill>
                <a:srgbClr val="FFFF00"/>
              </a:solidFill>
              <a:latin typeface="Times New Roman" panose="02020603050405020304" pitchFamily="18" charset="0"/>
              <a:cs typeface="Times New Roman" panose="02020603050405020304" pitchFamily="18" charset="0"/>
            </a:endParaRPr>
          </a:p>
        </p:txBody>
      </p:sp>
      <p:sp>
        <p:nvSpPr>
          <p:cNvPr id="8201" name="TextBox 18">
            <a:extLst>
              <a:ext uri="{FF2B5EF4-FFF2-40B4-BE49-F238E27FC236}">
                <a16:creationId xmlns:a16="http://schemas.microsoft.com/office/drawing/2014/main" id="{501F6905-E386-379E-5369-7F3CA03EBD1C}"/>
              </a:ext>
            </a:extLst>
          </p:cNvPr>
          <p:cNvSpPr txBox="1">
            <a:spLocks noChangeArrowheads="1"/>
          </p:cNvSpPr>
          <p:nvPr/>
        </p:nvSpPr>
        <p:spPr bwMode="auto">
          <a:xfrm>
            <a:off x="2990850" y="6408738"/>
            <a:ext cx="6210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altLang="en-US" sz="2400">
                <a:solidFill>
                  <a:srgbClr val="00359E"/>
                </a:solidFill>
                <a:latin typeface="Times New Roman" panose="02020603050405020304" pitchFamily="18" charset="0"/>
              </a:rPr>
              <a:t>KHÁNH HÒA, THÁNG 4 NĂM 2026</a:t>
            </a:r>
            <a:endParaRPr lang="en-US" altLang="en-US" sz="2400" b="1">
              <a:solidFill>
                <a:srgbClr val="00359E"/>
              </a:solidFill>
              <a:latin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11B63096-0C4D-7690-7632-0E121587F6E2}"/>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9219" name="Slide Number Placeholder 4">
            <a:extLst>
              <a:ext uri="{FF2B5EF4-FFF2-40B4-BE49-F238E27FC236}">
                <a16:creationId xmlns:a16="http://schemas.microsoft.com/office/drawing/2014/main" id="{2B72FA0E-5756-7238-7629-00BCE7878F95}"/>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9220" name="Rectangle 90" descr="Parchment">
            <a:extLst>
              <a:ext uri="{FF2B5EF4-FFF2-40B4-BE49-F238E27FC236}">
                <a16:creationId xmlns:a16="http://schemas.microsoft.com/office/drawing/2014/main" id="{DE2A349C-AC0A-D037-D3B9-A5440A95F9B7}"/>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37EBA7DF-EC04-0339-27FD-4A8B3E097543}"/>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9222" name="Rectangle 7">
            <a:extLst>
              <a:ext uri="{FF2B5EF4-FFF2-40B4-BE49-F238E27FC236}">
                <a16:creationId xmlns:a16="http://schemas.microsoft.com/office/drawing/2014/main" id="{670D16C5-AA18-4559-0613-87B5FC9FFAE9}"/>
              </a:ext>
            </a:extLst>
          </p:cNvPr>
          <p:cNvSpPr>
            <a:spLocks noChangeArrowheads="1"/>
          </p:cNvSpPr>
          <p:nvPr/>
        </p:nvSpPr>
        <p:spPr bwMode="auto">
          <a:xfrm>
            <a:off x="1968500" y="1168400"/>
            <a:ext cx="8364538"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vi-VN" altLang="en-US" b="1">
                <a:solidFill>
                  <a:srgbClr val="00359E"/>
                </a:solidFill>
                <a:latin typeface="Times New Roman" panose="02020603050405020304" pitchFamily="18" charset="0"/>
                <a:cs typeface="Times New Roman" panose="02020603050405020304" pitchFamily="18" charset="0"/>
              </a:rPr>
              <a:t>Tên </a:t>
            </a:r>
            <a:r>
              <a:rPr lang="en-US" altLang="en-US" b="1">
                <a:solidFill>
                  <a:srgbClr val="00359E"/>
                </a:solidFill>
                <a:latin typeface="Times New Roman" panose="02020603050405020304" pitchFamily="18" charset="0"/>
                <a:cs typeface="Times New Roman" panose="02020603050405020304" pitchFamily="18" charset="0"/>
              </a:rPr>
              <a:t>đề tài: </a:t>
            </a:r>
            <a:r>
              <a:rPr lang="en-US" altLang="en-US" sz="3200" b="1">
                <a:solidFill>
                  <a:srgbClr val="FF0000"/>
                </a:solidFill>
                <a:latin typeface="Times New Roman" panose="02020603050405020304" pitchFamily="18" charset="0"/>
                <a:cs typeface="Times New Roman" panose="02020603050405020304" pitchFamily="18" charset="0"/>
              </a:rPr>
              <a:t>Xây dựng mô hình IoT giám sát mực nước và cảnh báo ngập trên tàu Hải quân</a:t>
            </a:r>
            <a:endParaRPr lang="en-US" altLang="en-US" sz="3200">
              <a:solidFill>
                <a:srgbClr val="FF0000"/>
              </a:solidFill>
              <a:latin typeface="Times New Roman" panose="02020603050405020304" pitchFamily="18" charset="0"/>
              <a:cs typeface="Times New Roman" panose="02020603050405020304" pitchFamily="18" charset="0"/>
            </a:endParaRPr>
          </a:p>
        </p:txBody>
      </p:sp>
      <p:sp>
        <p:nvSpPr>
          <p:cNvPr id="9223" name="TextBox 1">
            <a:extLst>
              <a:ext uri="{FF2B5EF4-FFF2-40B4-BE49-F238E27FC236}">
                <a16:creationId xmlns:a16="http://schemas.microsoft.com/office/drawing/2014/main" id="{5D20743B-2D1F-EAD4-935E-17F32B34E9D3}"/>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9224" name="Picture 2">
            <a:extLst>
              <a:ext uri="{FF2B5EF4-FFF2-40B4-BE49-F238E27FC236}">
                <a16:creationId xmlns:a16="http://schemas.microsoft.com/office/drawing/2014/main" id="{C6DA45E8-49C3-E542-475F-8FABE44BF9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Rectangle 8">
            <a:extLst>
              <a:ext uri="{FF2B5EF4-FFF2-40B4-BE49-F238E27FC236}">
                <a16:creationId xmlns:a16="http://schemas.microsoft.com/office/drawing/2014/main" id="{2E45ADA4-EDAC-CCB8-9CCE-E632D0A21C73}"/>
              </a:ext>
            </a:extLst>
          </p:cNvPr>
          <p:cNvSpPr>
            <a:spLocks noChangeArrowheads="1"/>
          </p:cNvSpPr>
          <p:nvPr/>
        </p:nvSpPr>
        <p:spPr bwMode="auto">
          <a:xfrm>
            <a:off x="2155825" y="2387600"/>
            <a:ext cx="45497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vi-VN" altLang="en-US" sz="2400" b="1">
                <a:solidFill>
                  <a:srgbClr val="00359E"/>
                </a:solidFill>
                <a:latin typeface="Times New Roman" panose="02020603050405020304" pitchFamily="18" charset="0"/>
                <a:ea typeface="Calibri" panose="020F0502020204030204" pitchFamily="34" charset="0"/>
                <a:cs typeface="Times New Roman" panose="02020603050405020304" pitchFamily="18" charset="0"/>
              </a:rPr>
              <a:t>Đơn vị chủ trì đề tài: </a:t>
            </a:r>
            <a:r>
              <a:rPr lang="vi-VN" altLang="en-US" sz="2400" b="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Tiểu đoàn 3</a:t>
            </a:r>
            <a:endParaRPr lang="en-US" altLang="en-US" sz="240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178" name="Rectangle 7">
            <a:extLst>
              <a:ext uri="{FF2B5EF4-FFF2-40B4-BE49-F238E27FC236}">
                <a16:creationId xmlns:a16="http://schemas.microsoft.com/office/drawing/2014/main" id="{CBA4AA9F-B084-80E1-10BC-4E8FB9B8049F}"/>
              </a:ext>
            </a:extLst>
          </p:cNvPr>
          <p:cNvSpPr>
            <a:spLocks noChangeArrowheads="1"/>
          </p:cNvSpPr>
          <p:nvPr/>
        </p:nvSpPr>
        <p:spPr bwMode="auto">
          <a:xfrm>
            <a:off x="2155825" y="2922588"/>
            <a:ext cx="7145338"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defRPr/>
            </a:pPr>
            <a:r>
              <a:rPr lang="en-US" sz="2400" b="1" dirty="0" err="1">
                <a:solidFill>
                  <a:srgbClr val="00359E"/>
                </a:solidFill>
                <a:latin typeface="Times New Roman" panose="02020603050405020304" pitchFamily="18" charset="0"/>
                <a:ea typeface="Calibri" panose="020F0502020204030204" pitchFamily="34" charset="0"/>
                <a:cs typeface="Times New Roman" panose="02020603050405020304" pitchFamily="18" charset="0"/>
              </a:rPr>
              <a:t>Nhóm</a:t>
            </a:r>
            <a:r>
              <a:rPr lang="en-US"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rPr>
              <a:t> t</a:t>
            </a:r>
            <a:r>
              <a:rPr lang="vi-VN"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rPr>
              <a:t>ác </a:t>
            </a:r>
            <a:r>
              <a:rPr lang="en-US" sz="2400" b="1" dirty="0" err="1">
                <a:solidFill>
                  <a:srgbClr val="00359E"/>
                </a:solidFill>
                <a:latin typeface="Times New Roman" panose="02020603050405020304" pitchFamily="18" charset="0"/>
                <a:ea typeface="Calibri" panose="020F0502020204030204" pitchFamily="34" charset="0"/>
                <a:cs typeface="Times New Roman" panose="02020603050405020304" pitchFamily="18" charset="0"/>
              </a:rPr>
              <a:t>giả</a:t>
            </a:r>
            <a:endParaRPr lang="en-US"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endParaRPr>
          </a:p>
          <a:p>
            <a:pPr marL="623888">
              <a:spcBef>
                <a:spcPct val="0"/>
              </a:spcBef>
              <a:buClrTx/>
              <a:buFontTx/>
              <a:buNone/>
              <a:defRPr/>
            </a:pPr>
            <a:r>
              <a:rPr lang="vi-VN"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Trung sỹ Nguyễn Trần Minh Đức</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trưởng</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nhóm</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a:t>
            </a:r>
          </a:p>
          <a:p>
            <a:pPr marL="623888" eaLnBrk="1" fontAlgn="t" hangingPunct="1">
              <a:spcBef>
                <a:spcPct val="0"/>
              </a:spcBef>
              <a:buClrTx/>
              <a:buFontTx/>
              <a:buNone/>
              <a:defRPr/>
            </a:pP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Thượng</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sỹ</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Huỳnh</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Đức</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Trí</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Nhân</a:t>
            </a:r>
            <a:endPar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a:p>
            <a:pPr marL="623888" eaLnBrk="1" fontAlgn="t" hangingPunct="1">
              <a:spcBef>
                <a:spcPct val="0"/>
              </a:spcBef>
              <a:buClrTx/>
              <a:buFontTx/>
              <a:buNone/>
              <a:defRPr/>
            </a:pP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Trung</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sỹ</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Thái</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Đặng</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Khôi</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Nguyên</a:t>
            </a:r>
            <a:endPar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a:p>
            <a:pPr marL="623888" eaLnBrk="1" fontAlgn="t" hangingPunct="1">
              <a:spcBef>
                <a:spcPct val="0"/>
              </a:spcBef>
              <a:buClrTx/>
              <a:buFontTx/>
              <a:buNone/>
              <a:defRPr/>
            </a:pP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Trung</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sỹ</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Đỗ</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Lê</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Phước</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Thiện</a:t>
            </a:r>
            <a:endPar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179" name="Rectangle 12">
            <a:extLst>
              <a:ext uri="{FF2B5EF4-FFF2-40B4-BE49-F238E27FC236}">
                <a16:creationId xmlns:a16="http://schemas.microsoft.com/office/drawing/2014/main" id="{E17643A5-30B7-86EE-2F3A-5A7BF7A775FC}"/>
              </a:ext>
            </a:extLst>
          </p:cNvPr>
          <p:cNvSpPr>
            <a:spLocks noChangeArrowheads="1"/>
          </p:cNvSpPr>
          <p:nvPr/>
        </p:nvSpPr>
        <p:spPr bwMode="auto">
          <a:xfrm>
            <a:off x="2209800" y="4854575"/>
            <a:ext cx="71453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defRPr/>
            </a:pPr>
            <a:r>
              <a:rPr lang="en-US" sz="2400" b="1" dirty="0" err="1">
                <a:solidFill>
                  <a:srgbClr val="00359E"/>
                </a:solidFill>
                <a:latin typeface="Times New Roman" panose="02020603050405020304" pitchFamily="18" charset="0"/>
                <a:ea typeface="Calibri" panose="020F0502020204030204" pitchFamily="34" charset="0"/>
                <a:cs typeface="Times New Roman" panose="02020603050405020304" pitchFamily="18" charset="0"/>
              </a:rPr>
              <a:t>Giảng</a:t>
            </a:r>
            <a:r>
              <a:rPr lang="en-US"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err="1">
                <a:solidFill>
                  <a:srgbClr val="00359E"/>
                </a:solidFill>
                <a:latin typeface="Times New Roman" panose="02020603050405020304" pitchFamily="18" charset="0"/>
                <a:ea typeface="Calibri" panose="020F0502020204030204" pitchFamily="34" charset="0"/>
                <a:cs typeface="Times New Roman" panose="02020603050405020304" pitchFamily="18" charset="0"/>
              </a:rPr>
              <a:t>viên</a:t>
            </a:r>
            <a:r>
              <a:rPr lang="en-US"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err="1">
                <a:solidFill>
                  <a:srgbClr val="00359E"/>
                </a:solidFill>
                <a:latin typeface="Times New Roman" panose="02020603050405020304" pitchFamily="18" charset="0"/>
                <a:ea typeface="Calibri" panose="020F0502020204030204" pitchFamily="34" charset="0"/>
                <a:cs typeface="Times New Roman" panose="02020603050405020304" pitchFamily="18" charset="0"/>
              </a:rPr>
              <a:t>hướng</a:t>
            </a:r>
            <a:r>
              <a:rPr lang="en-US"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rPr>
              <a:t> </a:t>
            </a:r>
            <a:r>
              <a:rPr lang="en-US" sz="2400" b="1" dirty="0" err="1">
                <a:solidFill>
                  <a:srgbClr val="00359E"/>
                </a:solidFill>
                <a:latin typeface="Times New Roman" panose="02020603050405020304" pitchFamily="18" charset="0"/>
                <a:ea typeface="Calibri" panose="020F0502020204030204" pitchFamily="34" charset="0"/>
                <a:cs typeface="Times New Roman" panose="02020603050405020304" pitchFamily="18" charset="0"/>
              </a:rPr>
              <a:t>dẫn</a:t>
            </a:r>
            <a:endParaRPr lang="en-US" sz="2400" b="1" dirty="0">
              <a:solidFill>
                <a:srgbClr val="00359E"/>
              </a:solidFill>
              <a:latin typeface="Times New Roman" panose="02020603050405020304" pitchFamily="18" charset="0"/>
              <a:ea typeface="Calibri" panose="020F0502020204030204" pitchFamily="34" charset="0"/>
              <a:cs typeface="Times New Roman" panose="02020603050405020304" pitchFamily="18" charset="0"/>
            </a:endParaRPr>
          </a:p>
          <a:p>
            <a:pPr marL="508000">
              <a:spcBef>
                <a:spcPct val="0"/>
              </a:spcBef>
              <a:buClrTx/>
              <a:buFontTx/>
              <a:buNone/>
              <a:defRPr/>
            </a:pP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Đại</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tá</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ThS</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Đỗ</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Mạnh</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Đản</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khoa</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KTCS</a:t>
            </a:r>
            <a:endPar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a:p>
            <a:pPr marL="508000">
              <a:spcBef>
                <a:spcPct val="0"/>
              </a:spcBef>
              <a:buClrTx/>
              <a:buFontTx/>
              <a:buNone/>
              <a:defRPr/>
            </a:pP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Thiếu</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tá</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ThS</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Bùi</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Văn</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Thụ</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khoa</a:t>
            </a:r>
            <a:r>
              <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solidFill>
                  <a:srgbClr val="07170A"/>
                </a:solidFill>
                <a:latin typeface="Times New Roman" panose="02020603050405020304" pitchFamily="18" charset="0"/>
                <a:ea typeface="Calibri" panose="020F0502020204030204" pitchFamily="34" charset="0"/>
                <a:cs typeface="Times New Roman" panose="02020603050405020304" pitchFamily="18" charset="0"/>
              </a:rPr>
              <a:t>KTCS</a:t>
            </a:r>
            <a:endParaRPr lang="en-US" sz="2400" dirty="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A8DC4849-1F33-4544-1638-8360ADAED031}"/>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10243" name="Slide Number Placeholder 4">
            <a:extLst>
              <a:ext uri="{FF2B5EF4-FFF2-40B4-BE49-F238E27FC236}">
                <a16:creationId xmlns:a16="http://schemas.microsoft.com/office/drawing/2014/main" id="{54D3C536-87B2-02B8-C3EA-9AA037F67751}"/>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10244" name="Rectangle 90" descr="Parchment">
            <a:extLst>
              <a:ext uri="{FF2B5EF4-FFF2-40B4-BE49-F238E27FC236}">
                <a16:creationId xmlns:a16="http://schemas.microsoft.com/office/drawing/2014/main" id="{1F239473-54E5-6D38-08D4-5D0E7C2F7A4E}"/>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9BA4938B-529F-F58F-742B-1202E7873C78}"/>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10246" name="TextBox 1">
            <a:extLst>
              <a:ext uri="{FF2B5EF4-FFF2-40B4-BE49-F238E27FC236}">
                <a16:creationId xmlns:a16="http://schemas.microsoft.com/office/drawing/2014/main" id="{480A9E05-3C1E-D569-02FB-FE35FDAA02EC}"/>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10247" name="Picture 2">
            <a:extLst>
              <a:ext uri="{FF2B5EF4-FFF2-40B4-BE49-F238E27FC236}">
                <a16:creationId xmlns:a16="http://schemas.microsoft.com/office/drawing/2014/main" id="{65C7CCF1-C8BF-ADC1-F515-A651C47CF5B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a:extLst>
              <a:ext uri="{FF2B5EF4-FFF2-40B4-BE49-F238E27FC236}">
                <a16:creationId xmlns:a16="http://schemas.microsoft.com/office/drawing/2014/main" id="{B6199E64-ABB9-C1CC-9A2C-CEBBDCD4E592}"/>
              </a:ext>
            </a:extLst>
          </p:cNvPr>
          <p:cNvSpPr>
            <a:spLocks noChangeArrowheads="1"/>
          </p:cNvSpPr>
          <p:nvPr/>
        </p:nvSpPr>
        <p:spPr bwMode="auto">
          <a:xfrm>
            <a:off x="1524000" y="2098675"/>
            <a:ext cx="9220200" cy="421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ts val="600"/>
              </a:spcBef>
              <a:buClrTx/>
              <a:buFontTx/>
              <a:buNone/>
            </a:pPr>
            <a:r>
              <a:rPr lang="en-US" altLang="en-US" sz="3200" b="1">
                <a:solidFill>
                  <a:srgbClr val="00359E"/>
                </a:solidFill>
                <a:latin typeface="Times New Roman" panose="02020603050405020304" pitchFamily="18" charset="0"/>
                <a:ea typeface="Calibri" panose="020F0502020204030204" pitchFamily="34" charset="0"/>
                <a:cs typeface="Times New Roman" panose="02020603050405020304" pitchFamily="18" charset="0"/>
              </a:rPr>
              <a:t>NỘI DUNG BÁO CÁO</a:t>
            </a:r>
          </a:p>
          <a:p>
            <a:pPr algn="ctr">
              <a:spcBef>
                <a:spcPts val="600"/>
              </a:spcBef>
              <a:buClrTx/>
              <a:buFontTx/>
              <a:buNone/>
            </a:pPr>
            <a:endParaRPr lang="en-US" altLang="en-US" sz="3200" b="1">
              <a:solidFill>
                <a:srgbClr val="00359E"/>
              </a:solidFill>
              <a:latin typeface="Times New Roman" panose="02020603050405020304" pitchFamily="18" charset="0"/>
              <a:ea typeface="Calibri" panose="020F0502020204030204" pitchFamily="34" charset="0"/>
              <a:cs typeface="Times New Roman" panose="02020603050405020304" pitchFamily="18" charset="0"/>
            </a:endParaRPr>
          </a:p>
          <a:p>
            <a:pPr>
              <a:spcBef>
                <a:spcPts val="1200"/>
              </a:spcBef>
              <a:buClrTx/>
              <a:buFontTx/>
              <a:buNone/>
            </a:pPr>
            <a:r>
              <a:rPr lang="en-US" altLang="en-US" sz="24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1. MỞ ĐẦU</a:t>
            </a:r>
          </a:p>
          <a:p>
            <a:pPr>
              <a:spcBef>
                <a:spcPts val="1200"/>
              </a:spcBef>
              <a:buClrTx/>
              <a:buFontTx/>
              <a:buNone/>
            </a:pPr>
            <a:r>
              <a:rPr lang="en-US" altLang="en-US" sz="24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2. QUÁ TRÌNH NGHIÊN CỨU THIẾT KẾ</a:t>
            </a:r>
          </a:p>
          <a:p>
            <a:pPr>
              <a:spcBef>
                <a:spcPts val="1200"/>
              </a:spcBef>
              <a:buClrTx/>
              <a:buFontTx/>
              <a:buNone/>
            </a:pPr>
            <a:r>
              <a:rPr lang="en-US" altLang="en-US" sz="24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3. KẾT QUẢ, SẢN PHẨM</a:t>
            </a:r>
          </a:p>
          <a:p>
            <a:pPr>
              <a:spcBef>
                <a:spcPts val="1200"/>
              </a:spcBef>
              <a:buClrTx/>
              <a:buFontTx/>
              <a:buNone/>
            </a:pPr>
            <a:r>
              <a:rPr lang="en-US" altLang="en-US" sz="24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4. KẾT LUẬN</a:t>
            </a:r>
          </a:p>
          <a:p>
            <a:pPr>
              <a:spcBef>
                <a:spcPts val="1200"/>
              </a:spcBef>
              <a:buClrTx/>
              <a:buFontTx/>
              <a:buNone/>
            </a:pPr>
            <a:r>
              <a:rPr lang="en-US" altLang="en-US" sz="24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5. KIẾN NGHỊ</a:t>
            </a:r>
          </a:p>
          <a:p>
            <a:pPr>
              <a:spcBef>
                <a:spcPts val="600"/>
              </a:spcBef>
              <a:buClrTx/>
              <a:buFontTx/>
              <a:buNone/>
            </a:pPr>
            <a:endParaRPr lang="en-US" altLang="en-US" sz="2400">
              <a:solidFill>
                <a:srgbClr val="07170A"/>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249" name="Rectangle 7">
            <a:extLst>
              <a:ext uri="{FF2B5EF4-FFF2-40B4-BE49-F238E27FC236}">
                <a16:creationId xmlns:a16="http://schemas.microsoft.com/office/drawing/2014/main" id="{C3954471-DE01-0D90-54A1-41987157490F}"/>
              </a:ext>
            </a:extLst>
          </p:cNvPr>
          <p:cNvSpPr>
            <a:spLocks noChangeArrowheads="1"/>
          </p:cNvSpPr>
          <p:nvPr/>
        </p:nvSpPr>
        <p:spPr bwMode="auto">
          <a:xfrm>
            <a:off x="777875" y="1049338"/>
            <a:ext cx="1042352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vi-VN" altLang="en-US" b="1">
                <a:solidFill>
                  <a:srgbClr val="00359E"/>
                </a:solidFill>
                <a:latin typeface="Times New Roman" panose="02020603050405020304" pitchFamily="18" charset="0"/>
                <a:cs typeface="Times New Roman" panose="02020603050405020304" pitchFamily="18" charset="0"/>
              </a:rPr>
              <a:t>Tên </a:t>
            </a:r>
            <a:r>
              <a:rPr lang="en-US" altLang="en-US" b="1">
                <a:solidFill>
                  <a:srgbClr val="00359E"/>
                </a:solidFill>
                <a:latin typeface="Times New Roman" panose="02020603050405020304" pitchFamily="18" charset="0"/>
                <a:cs typeface="Times New Roman" panose="02020603050405020304" pitchFamily="18" charset="0"/>
              </a:rPr>
              <a:t>đề tài: </a:t>
            </a:r>
            <a:r>
              <a:rPr lang="en-US" altLang="en-US" sz="3200" b="1">
                <a:solidFill>
                  <a:srgbClr val="FF0000"/>
                </a:solidFill>
                <a:latin typeface="Times New Roman" panose="02020603050405020304" pitchFamily="18" charset="0"/>
                <a:cs typeface="Times New Roman" panose="02020603050405020304" pitchFamily="18" charset="0"/>
              </a:rPr>
              <a:t>Xây dựng mô hình IoT giám sát mực nước và cảnh báo ngập trên tàu Hải quân</a:t>
            </a:r>
            <a:endParaRPr lang="en-US" altLang="en-US" sz="32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F53E6719-91E9-5289-A34D-C4F83793523A}"/>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11267" name="Slide Number Placeholder 4">
            <a:extLst>
              <a:ext uri="{FF2B5EF4-FFF2-40B4-BE49-F238E27FC236}">
                <a16:creationId xmlns:a16="http://schemas.microsoft.com/office/drawing/2014/main" id="{84B3E410-6ADA-FA65-03C5-57AB77CD9C22}"/>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11268" name="Rectangle 90" descr="Parchment">
            <a:extLst>
              <a:ext uri="{FF2B5EF4-FFF2-40B4-BE49-F238E27FC236}">
                <a16:creationId xmlns:a16="http://schemas.microsoft.com/office/drawing/2014/main" id="{6FE141F6-654B-B4A8-5A17-FB012D1049B5}"/>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65F022FB-3F08-17C9-ED81-F97E8C4AEB9C}"/>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11270" name="TextBox 1">
            <a:extLst>
              <a:ext uri="{FF2B5EF4-FFF2-40B4-BE49-F238E27FC236}">
                <a16:creationId xmlns:a16="http://schemas.microsoft.com/office/drawing/2014/main" id="{A3B948E8-CAB8-9A42-05FD-0948BA176792}"/>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11271" name="Picture 2">
            <a:extLst>
              <a:ext uri="{FF2B5EF4-FFF2-40B4-BE49-F238E27FC236}">
                <a16:creationId xmlns:a16="http://schemas.microsoft.com/office/drawing/2014/main" id="{92A59633-F515-BCF3-261A-C9774A51F3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2" name="Picture 9">
            <a:extLst>
              <a:ext uri="{FF2B5EF4-FFF2-40B4-BE49-F238E27FC236}">
                <a16:creationId xmlns:a16="http://schemas.microsoft.com/office/drawing/2014/main" id="{75AC71B9-C883-8EF1-032A-79F537392A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886075"/>
            <a:ext cx="9004300" cy="351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3" name="Rectangle 7">
            <a:extLst>
              <a:ext uri="{FF2B5EF4-FFF2-40B4-BE49-F238E27FC236}">
                <a16:creationId xmlns:a16="http://schemas.microsoft.com/office/drawing/2014/main" id="{49BE71FA-ABEC-9395-1669-583DA12A8E5B}"/>
              </a:ext>
            </a:extLst>
          </p:cNvPr>
          <p:cNvSpPr>
            <a:spLocks noChangeArrowheads="1"/>
          </p:cNvSpPr>
          <p:nvPr/>
        </p:nvSpPr>
        <p:spPr bwMode="auto">
          <a:xfrm>
            <a:off x="777875" y="1049338"/>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1. MỞ ĐẦU</a:t>
            </a:r>
            <a:endParaRPr lang="en-US" altLang="en-US" sz="3200">
              <a:solidFill>
                <a:srgbClr val="FF0000"/>
              </a:solidFill>
              <a:latin typeface="Times New Roman" panose="02020603050405020304" pitchFamily="18" charset="0"/>
              <a:cs typeface="Times New Roman" panose="02020603050405020304" pitchFamily="18" charset="0"/>
            </a:endParaRPr>
          </a:p>
        </p:txBody>
      </p:sp>
      <p:sp>
        <p:nvSpPr>
          <p:cNvPr id="11274" name="Rectangle 1">
            <a:extLst>
              <a:ext uri="{FF2B5EF4-FFF2-40B4-BE49-F238E27FC236}">
                <a16:creationId xmlns:a16="http://schemas.microsoft.com/office/drawing/2014/main" id="{CA1A5CA1-BCE0-4FAB-FD27-5E0827A3A723}"/>
              </a:ext>
            </a:extLst>
          </p:cNvPr>
          <p:cNvSpPr>
            <a:spLocks noChangeArrowheads="1"/>
          </p:cNvSpPr>
          <p:nvPr/>
        </p:nvSpPr>
        <p:spPr bwMode="auto">
          <a:xfrm>
            <a:off x="1387475" y="1716088"/>
            <a:ext cx="10042525"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a:lnSpc>
                <a:spcPct val="107000"/>
              </a:lnSpc>
              <a:spcAft>
                <a:spcPts val="800"/>
              </a:spcAft>
            </a:pPr>
            <a:r>
              <a:rPr lang="en-US" altLang="en-US" sz="2800">
                <a:cs typeface="Times New Roman" panose="02020603050405020304" pitchFamily="18" charset="0"/>
              </a:rPr>
              <a:t>-Tàu thủy nói chung tàu Hải quân nói riêng hoạt động trong môi trường khắc nghiệt, nguy cơ </a:t>
            </a:r>
            <a:r>
              <a:rPr lang="en-US" altLang="en-US" sz="2800" b="1">
                <a:cs typeface="Times New Roman" panose="02020603050405020304" pitchFamily="18" charset="0"/>
              </a:rPr>
              <a:t>ngập khoang luôn hiện hữu</a:t>
            </a:r>
            <a:r>
              <a:rPr lang="en-US" altLang="en-US" sz="2800">
                <a:cs typeface="Times New Roman" panose="02020603050405020304" pitchFamily="18" charset="0"/>
              </a:rPr>
              <a:t> </a:t>
            </a:r>
            <a:endParaRPr lang="en-US" altLang="en-US" sz="280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5BE91C99-561B-720B-501A-FA745D39108E}"/>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13315" name="Slide Number Placeholder 4">
            <a:extLst>
              <a:ext uri="{FF2B5EF4-FFF2-40B4-BE49-F238E27FC236}">
                <a16:creationId xmlns:a16="http://schemas.microsoft.com/office/drawing/2014/main" id="{91AD93CD-8279-E765-0CA0-AE67BC81FB3D}"/>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13316" name="Rectangle 90" descr="Parchment">
            <a:extLst>
              <a:ext uri="{FF2B5EF4-FFF2-40B4-BE49-F238E27FC236}">
                <a16:creationId xmlns:a16="http://schemas.microsoft.com/office/drawing/2014/main" id="{78815C74-4467-0E1F-AFD2-7A358717686C}"/>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FB2E4190-CE41-BE78-7D48-4AF6130AAA84}"/>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13318" name="TextBox 1">
            <a:extLst>
              <a:ext uri="{FF2B5EF4-FFF2-40B4-BE49-F238E27FC236}">
                <a16:creationId xmlns:a16="http://schemas.microsoft.com/office/drawing/2014/main" id="{C5903DB6-AA33-466E-31FD-CA872955A55B}"/>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13319" name="Picture 2">
            <a:extLst>
              <a:ext uri="{FF2B5EF4-FFF2-40B4-BE49-F238E27FC236}">
                <a16:creationId xmlns:a16="http://schemas.microsoft.com/office/drawing/2014/main" id="{E8B8A5F5-4220-E71F-AFEB-D65841BFCFE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Rectangle 7">
            <a:extLst>
              <a:ext uri="{FF2B5EF4-FFF2-40B4-BE49-F238E27FC236}">
                <a16:creationId xmlns:a16="http://schemas.microsoft.com/office/drawing/2014/main" id="{6708F5C4-6EB7-A505-89FC-234DD18C0D2D}"/>
              </a:ext>
            </a:extLst>
          </p:cNvPr>
          <p:cNvSpPr>
            <a:spLocks noChangeArrowheads="1"/>
          </p:cNvSpPr>
          <p:nvPr/>
        </p:nvSpPr>
        <p:spPr bwMode="auto">
          <a:xfrm>
            <a:off x="777875" y="1049338"/>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1. MỞ ĐẦU</a:t>
            </a:r>
            <a:endParaRPr lang="en-US" altLang="en-US" sz="3200">
              <a:solidFill>
                <a:srgbClr val="FF0000"/>
              </a:solidFill>
              <a:latin typeface="Times New Roman" panose="02020603050405020304" pitchFamily="18" charset="0"/>
              <a:cs typeface="Times New Roman" panose="02020603050405020304" pitchFamily="18" charset="0"/>
            </a:endParaRPr>
          </a:p>
        </p:txBody>
      </p:sp>
      <p:sp>
        <p:nvSpPr>
          <p:cNvPr id="13321" name="Rectangle 7">
            <a:extLst>
              <a:ext uri="{FF2B5EF4-FFF2-40B4-BE49-F238E27FC236}">
                <a16:creationId xmlns:a16="http://schemas.microsoft.com/office/drawing/2014/main" id="{81A297E0-4D50-0598-8309-FBE03793AB7D}"/>
              </a:ext>
            </a:extLst>
          </p:cNvPr>
          <p:cNvSpPr>
            <a:spLocks noChangeArrowheads="1"/>
          </p:cNvSpPr>
          <p:nvPr/>
        </p:nvSpPr>
        <p:spPr bwMode="auto">
          <a:xfrm>
            <a:off x="547688" y="4659313"/>
            <a:ext cx="11339512" cy="14763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indent="457200">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07000"/>
              </a:lnSpc>
              <a:spcBef>
                <a:spcPts val="600"/>
              </a:spcBef>
              <a:buClrTx/>
              <a:buFontTx/>
              <a:buNone/>
            </a:pPr>
            <a:r>
              <a:rPr lang="en-US" altLang="en-US">
                <a:solidFill>
                  <a:srgbClr val="07170A"/>
                </a:solidFill>
                <a:latin typeface="Times New Roman" panose="02020603050405020304" pitchFamily="18" charset="0"/>
                <a:ea typeface="Calibri" panose="020F0502020204030204" pitchFamily="34" charset="0"/>
                <a:cs typeface="Times New Roman" panose="02020603050405020304" pitchFamily="18" charset="0"/>
              </a:rPr>
              <a:t>“</a:t>
            </a:r>
            <a:r>
              <a:rPr lang="en-US" altLang="en-US">
                <a:solidFill>
                  <a:srgbClr val="002060"/>
                </a:solidFill>
                <a:latin typeface="Times New Roman" panose="02020603050405020304" pitchFamily="18" charset="0"/>
                <a:ea typeface="Calibri" panose="020F0502020204030204" pitchFamily="34" charset="0"/>
                <a:cs typeface="Times New Roman" panose="02020603050405020304" pitchFamily="18" charset="0"/>
              </a:rPr>
              <a:t>Xây dựng mô hình IoT giám sát mực nước và cảnh báo ngập khoang trên tàu Hải quân” được lựa chọn nghiên cứu nhằm góp phần nâng cao khả năng bảo đảm an toàn kỹ thuật cho tàu trong quá trình thực hiện nhiệm vụ.</a:t>
            </a:r>
            <a:endParaRPr lang="en-US" altLang="en-US">
              <a:solidFill>
                <a:srgbClr val="00206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043D85FA-4569-0CBD-6812-4FF738CBB988}"/>
              </a:ext>
            </a:extLst>
          </p:cNvPr>
          <p:cNvSpPr/>
          <p:nvPr/>
        </p:nvSpPr>
        <p:spPr>
          <a:xfrm>
            <a:off x="549275" y="1857375"/>
            <a:ext cx="11582400" cy="2500313"/>
          </a:xfrm>
          <a:prstGeom prst="rect">
            <a:avLst/>
          </a:prstGeom>
        </p:spPr>
        <p:txBody>
          <a:bodyPr>
            <a:spAutoFit/>
          </a:bodyPr>
          <a:lstStyle>
            <a:lvl1pPr marL="60325">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a:lnSpc>
                <a:spcPct val="107000"/>
              </a:lnSpc>
              <a:spcAft>
                <a:spcPts val="800"/>
              </a:spcAft>
            </a:pPr>
            <a:r>
              <a:rPr lang="en-US" altLang="en-US" sz="2800">
                <a:solidFill>
                  <a:srgbClr val="00359E"/>
                </a:solidFill>
                <a:cs typeface="Times New Roman" panose="02020603050405020304" pitchFamily="18" charset="0"/>
              </a:rPr>
              <a:t>- </a:t>
            </a:r>
            <a:r>
              <a:rPr lang="en-US" altLang="en-US" sz="2800" b="1">
                <a:solidFill>
                  <a:srgbClr val="00359E"/>
                </a:solidFill>
                <a:cs typeface="Times New Roman" panose="02020603050405020304" pitchFamily="18" charset="0"/>
              </a:rPr>
              <a:t>Thực tế</a:t>
            </a:r>
            <a:r>
              <a:rPr lang="en-US" altLang="en-US" sz="2800">
                <a:cs typeface="Times New Roman" panose="02020603050405020304" pitchFamily="18" charset="0"/>
              </a:rPr>
              <a:t>: hiện nay ccs hệ thống chống ngập chủ yếu dùng </a:t>
            </a:r>
            <a:r>
              <a:rPr lang="en-US" altLang="en-US" sz="2800" b="1">
                <a:solidFill>
                  <a:srgbClr val="FF0000"/>
                </a:solidFill>
                <a:cs typeface="Times New Roman" panose="02020603050405020304" pitchFamily="18" charset="0"/>
              </a:rPr>
              <a:t>công tắc mức (ON/OFF)</a:t>
            </a:r>
            <a:r>
              <a:rPr lang="en-US" altLang="en-US" sz="2800">
                <a:cs typeface="Times New Roman" panose="02020603050405020304" pitchFamily="18" charset="0"/>
              </a:rPr>
              <a:t>;  Không đo liên tục,  không đo tốc độ ngập;  không hỗ trợ chỉ huy ra quyết định </a:t>
            </a:r>
            <a:endParaRPr lang="en-US" altLang="en-US" sz="2800">
              <a:ea typeface="Calibri" panose="020F0502020204030204" pitchFamily="34" charset="0"/>
              <a:cs typeface="Times New Roman" panose="02020603050405020304" pitchFamily="18" charset="0"/>
            </a:endParaRPr>
          </a:p>
          <a:p>
            <a:pPr>
              <a:lnSpc>
                <a:spcPct val="107000"/>
              </a:lnSpc>
              <a:spcAft>
                <a:spcPts val="800"/>
              </a:spcAft>
            </a:pPr>
            <a:r>
              <a:rPr lang="en-US" altLang="en-US" sz="2800" b="1">
                <a:cs typeface="Times New Roman" panose="02020603050405020304" pitchFamily="18" charset="0"/>
              </a:rPr>
              <a:t>- </a:t>
            </a:r>
            <a:r>
              <a:rPr lang="en-US" altLang="en-US" sz="2800" b="1">
                <a:solidFill>
                  <a:srgbClr val="00359E"/>
                </a:solidFill>
                <a:cs typeface="Times New Roman" panose="02020603050405020304" pitchFamily="18" charset="0"/>
              </a:rPr>
              <a:t>Vấn đề đặt ra</a:t>
            </a:r>
            <a:r>
              <a:rPr lang="en-US" altLang="en-US" sz="2800" b="1">
                <a:cs typeface="Times New Roman" panose="02020603050405020304" pitchFamily="18" charset="0"/>
              </a:rPr>
              <a:t>: </a:t>
            </a:r>
            <a:r>
              <a:rPr lang="en-US" altLang="en-US" sz="2800">
                <a:cs typeface="Times New Roman" panose="02020603050405020304" pitchFamily="18" charset="0"/>
              </a:rPr>
              <a:t>Cần một hệ thống </a:t>
            </a:r>
            <a:r>
              <a:rPr lang="en-US" altLang="en-US" sz="2800" b="1">
                <a:cs typeface="Times New Roman" panose="02020603050405020304" pitchFamily="18" charset="0"/>
              </a:rPr>
              <a:t>giám sát thông minh, cảnh báo sớm và hỗ trợ chỉ huy</a:t>
            </a:r>
            <a:endParaRPr lang="en-US" altLang="en-US" sz="280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96589B35-266F-17D8-E55A-911FADFD214C}"/>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15363" name="Slide Number Placeholder 4">
            <a:extLst>
              <a:ext uri="{FF2B5EF4-FFF2-40B4-BE49-F238E27FC236}">
                <a16:creationId xmlns:a16="http://schemas.microsoft.com/office/drawing/2014/main" id="{A8B9CBFB-D706-BB89-8C23-946FA763F791}"/>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15364" name="Rectangle 90" descr="Parchment">
            <a:extLst>
              <a:ext uri="{FF2B5EF4-FFF2-40B4-BE49-F238E27FC236}">
                <a16:creationId xmlns:a16="http://schemas.microsoft.com/office/drawing/2014/main" id="{7EB8D969-1894-7AE0-5668-67E100B7ACB8}"/>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78F73673-A64D-100B-5350-BB3C51AD7ABD}"/>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15366" name="TextBox 1">
            <a:extLst>
              <a:ext uri="{FF2B5EF4-FFF2-40B4-BE49-F238E27FC236}">
                <a16:creationId xmlns:a16="http://schemas.microsoft.com/office/drawing/2014/main" id="{7077DA29-271E-2976-AC6B-702361AC99D1}"/>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15367" name="Picture 2">
            <a:extLst>
              <a:ext uri="{FF2B5EF4-FFF2-40B4-BE49-F238E27FC236}">
                <a16:creationId xmlns:a16="http://schemas.microsoft.com/office/drawing/2014/main" id="{532CB610-7DE5-423F-EE28-82736905E5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Rectangle 7">
            <a:extLst>
              <a:ext uri="{FF2B5EF4-FFF2-40B4-BE49-F238E27FC236}">
                <a16:creationId xmlns:a16="http://schemas.microsoft.com/office/drawing/2014/main" id="{36AC4EED-961E-5118-C6B4-4D23FB401999}"/>
              </a:ext>
            </a:extLst>
          </p:cNvPr>
          <p:cNvSpPr>
            <a:spLocks noChangeArrowheads="1"/>
          </p:cNvSpPr>
          <p:nvPr/>
        </p:nvSpPr>
        <p:spPr bwMode="auto">
          <a:xfrm>
            <a:off x="508000" y="93186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2. MỤC TIÊU</a:t>
            </a:r>
            <a:endParaRPr lang="en-US" altLang="en-US" sz="3200">
              <a:solidFill>
                <a:srgbClr val="FF0000"/>
              </a:solidFill>
              <a:latin typeface="Times New Roman" panose="02020603050405020304" pitchFamily="18" charset="0"/>
              <a:cs typeface="Times New Roman" panose="02020603050405020304" pitchFamily="18" charset="0"/>
            </a:endParaRPr>
          </a:p>
        </p:txBody>
      </p:sp>
      <p:sp>
        <p:nvSpPr>
          <p:cNvPr id="15369" name="Rectangle 5">
            <a:extLst>
              <a:ext uri="{FF2B5EF4-FFF2-40B4-BE49-F238E27FC236}">
                <a16:creationId xmlns:a16="http://schemas.microsoft.com/office/drawing/2014/main" id="{342B0E63-9A17-6562-D2C9-F1475B6DAF30}"/>
              </a:ext>
            </a:extLst>
          </p:cNvPr>
          <p:cNvSpPr>
            <a:spLocks noChangeArrowheads="1"/>
          </p:cNvSpPr>
          <p:nvPr/>
        </p:nvSpPr>
        <p:spPr bwMode="auto">
          <a:xfrm>
            <a:off x="833438" y="1620838"/>
            <a:ext cx="11328400"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Giám sát mực nước </a:t>
            </a:r>
            <a:r>
              <a:rPr lang="en-US" altLang="en-US" b="1">
                <a:latin typeface="Times New Roman" panose="02020603050405020304" pitchFamily="18" charset="0"/>
                <a:cs typeface="Times New Roman" panose="02020603050405020304" pitchFamily="18" charset="0"/>
              </a:rPr>
              <a:t>liên tục</a:t>
            </a: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Cảnh báo </a:t>
            </a:r>
            <a:r>
              <a:rPr lang="en-US" altLang="en-US" b="1">
                <a:latin typeface="Times New Roman" panose="02020603050405020304" pitchFamily="18" charset="0"/>
                <a:cs typeface="Times New Roman" panose="02020603050405020304" pitchFamily="18" charset="0"/>
              </a:rPr>
              <a:t>đa cấp</a:t>
            </a: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Tích hợp </a:t>
            </a:r>
            <a:r>
              <a:rPr lang="en-US" altLang="en-US" b="1">
                <a:latin typeface="Times New Roman" panose="02020603050405020304" pitchFamily="18" charset="0"/>
                <a:cs typeface="Times New Roman" panose="02020603050405020304" pitchFamily="18" charset="0"/>
              </a:rPr>
              <a:t>PLC + HMI + IoT, giám sát điều khiển từ xa theo cac tham số</a:t>
            </a:r>
            <a:r>
              <a:rPr lang="en-US" altLang="en-US">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a:latin typeface="Times New Roman" panose="02020603050405020304" pitchFamily="18" charset="0"/>
                <a:cs typeface="Times New Roman" panose="02020603050405020304" pitchFamily="18" charset="0"/>
              </a:rPr>
              <a:t>	</a:t>
            </a:r>
            <a:r>
              <a:rPr lang="en-US" altLang="en-US" b="1">
                <a:solidFill>
                  <a:srgbClr val="00359E"/>
                </a:solidFill>
                <a:latin typeface="Times New Roman" panose="02020603050405020304" pitchFamily="18" charset="0"/>
                <a:cs typeface="Times New Roman" panose="02020603050405020304" pitchFamily="18" charset="0"/>
              </a:rPr>
              <a:t>Độ cao mực nước ngâp trong khoang </a:t>
            </a:r>
            <a:r>
              <a:rPr lang="en-US" altLang="en-US" b="1">
                <a:solidFill>
                  <a:srgbClr val="FF0000"/>
                </a:solidFill>
                <a:latin typeface="Times New Roman" panose="02020603050405020304" pitchFamily="18" charset="0"/>
                <a:cs typeface="Times New Roman" panose="02020603050405020304" pitchFamily="18" charset="0"/>
              </a:rPr>
              <a:t>H</a:t>
            </a:r>
          </a:p>
          <a:p>
            <a:pPr>
              <a:buFont typeface="Wingdings" panose="05000000000000000000" pitchFamily="2" charset="2"/>
              <a:buNone/>
            </a:pPr>
            <a:r>
              <a:rPr lang="en-US" altLang="en-US" b="1">
                <a:solidFill>
                  <a:srgbClr val="FF0000"/>
                </a:solidFill>
                <a:latin typeface="Times New Roman" panose="02020603050405020304" pitchFamily="18" charset="0"/>
                <a:cs typeface="Times New Roman" panose="02020603050405020304" pitchFamily="18" charset="0"/>
              </a:rPr>
              <a:t>	</a:t>
            </a:r>
            <a:r>
              <a:rPr lang="en-US" altLang="en-US" b="1">
                <a:solidFill>
                  <a:srgbClr val="00359E"/>
                </a:solidFill>
                <a:latin typeface="Times New Roman" panose="02020603050405020304" pitchFamily="18" charset="0"/>
                <a:cs typeface="Times New Roman" panose="02020603050405020304" pitchFamily="18" charset="0"/>
              </a:rPr>
              <a:t>Tốc độ ngập </a:t>
            </a:r>
            <a:r>
              <a:rPr lang="en-US" altLang="en-US" b="1">
                <a:solidFill>
                  <a:srgbClr val="FF0000"/>
                </a:solidFill>
                <a:latin typeface="Times New Roman" panose="02020603050405020304" pitchFamily="18" charset="0"/>
                <a:cs typeface="Times New Roman" panose="02020603050405020304" pitchFamily="18" charset="0"/>
              </a:rPr>
              <a:t>v</a:t>
            </a:r>
            <a:r>
              <a:rPr lang="en-US" altLang="en-US" b="1" baseline="-25000">
                <a:solidFill>
                  <a:srgbClr val="FF0000"/>
                </a:solidFill>
                <a:latin typeface="Times New Roman" panose="02020603050405020304" pitchFamily="18" charset="0"/>
                <a:cs typeface="Times New Roman" panose="02020603050405020304" pitchFamily="18" charset="0"/>
              </a:rPr>
              <a:t>f</a:t>
            </a:r>
            <a:r>
              <a:rPr lang="en-US" altLang="en-US" b="1">
                <a:solidFill>
                  <a:srgbClr val="FF0000"/>
                </a:solidFill>
                <a:latin typeface="Times New Roman" panose="02020603050405020304" pitchFamily="18" charset="0"/>
                <a:cs typeface="Times New Roman" panose="02020603050405020304" pitchFamily="18" charset="0"/>
              </a:rPr>
              <a:t> </a:t>
            </a:r>
          </a:p>
          <a:p>
            <a:pPr>
              <a:buFont typeface="Wingdings" panose="05000000000000000000" pitchFamily="2" charset="2"/>
              <a:buNone/>
            </a:pPr>
            <a:r>
              <a:rPr lang="en-US" altLang="en-US" b="1">
                <a:solidFill>
                  <a:srgbClr val="FF0000"/>
                </a:solidFill>
                <a:latin typeface="Times New Roman" panose="02020603050405020304" pitchFamily="18" charset="0"/>
                <a:cs typeface="Times New Roman" panose="02020603050405020304" pitchFamily="18" charset="0"/>
              </a:rPr>
              <a:t>	</a:t>
            </a:r>
            <a:r>
              <a:rPr lang="en-US" altLang="en-US" b="1">
                <a:solidFill>
                  <a:srgbClr val="00359E"/>
                </a:solidFill>
                <a:latin typeface="Times New Roman" panose="02020603050405020304" pitchFamily="18" charset="0"/>
                <a:cs typeface="Times New Roman" panose="02020603050405020304" pitchFamily="18" charset="0"/>
              </a:rPr>
              <a:t>Chiều cao metacentric </a:t>
            </a:r>
            <a:r>
              <a:rPr lang="en-US" altLang="en-US" b="1">
                <a:solidFill>
                  <a:srgbClr val="FF0000"/>
                </a:solidFill>
                <a:latin typeface="Times New Roman" panose="02020603050405020304" pitchFamily="18" charset="0"/>
                <a:cs typeface="Times New Roman" panose="02020603050405020304" pitchFamily="18" charset="0"/>
              </a:rPr>
              <a:t>GM</a:t>
            </a:r>
          </a:p>
          <a:p>
            <a:pPr>
              <a:buFont typeface="Wingdings" panose="05000000000000000000" pitchFamily="2" charset="2"/>
              <a:buNone/>
            </a:pPr>
            <a:r>
              <a:rPr lang="en-US" altLang="en-US" b="1">
                <a:solidFill>
                  <a:srgbClr val="FF0000"/>
                </a:solidFill>
                <a:latin typeface="Times New Roman" panose="02020603050405020304" pitchFamily="18" charset="0"/>
                <a:cs typeface="Times New Roman" panose="02020603050405020304" pitchFamily="18" charset="0"/>
              </a:rPr>
              <a:t> 	</a:t>
            </a:r>
            <a:r>
              <a:rPr lang="en-US" altLang="en-US" b="1">
                <a:solidFill>
                  <a:srgbClr val="00359E"/>
                </a:solidFill>
                <a:latin typeface="Times New Roman" panose="02020603050405020304" pitchFamily="18" charset="0"/>
                <a:cs typeface="Times New Roman" panose="02020603050405020304" pitchFamily="18" charset="0"/>
              </a:rPr>
              <a:t>Góc nghiêng ngang  </a:t>
            </a:r>
            <a:r>
              <a:rPr lang="en-US" altLang="en-US" b="1" i="1">
                <a:solidFill>
                  <a:srgbClr val="FF0000"/>
                </a:solidFill>
                <a:latin typeface="Times New Roman" panose="02020603050405020304" pitchFamily="18" charset="0"/>
                <a:cs typeface="Times New Roman" panose="02020603050405020304" pitchFamily="18" charset="0"/>
              </a:rPr>
              <a:t>ϕ</a:t>
            </a:r>
            <a:endParaRPr lang="en-US" altLang="en-US" b="1">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en-US" b="1">
                <a:solidFill>
                  <a:srgbClr val="FF0000"/>
                </a:solidFill>
                <a:latin typeface="Times New Roman" panose="02020603050405020304" pitchFamily="18" charset="0"/>
                <a:cs typeface="Times New Roman" panose="02020603050405020304" pitchFamily="18" charset="0"/>
              </a:rPr>
              <a:t>	</a:t>
            </a:r>
            <a:r>
              <a:rPr lang="en-US" altLang="en-US" b="1">
                <a:solidFill>
                  <a:srgbClr val="00359E"/>
                </a:solidFill>
                <a:latin typeface="Times New Roman" panose="02020603050405020304" pitchFamily="18" charset="0"/>
                <a:cs typeface="Times New Roman" panose="02020603050405020304" pitchFamily="18" charset="0"/>
              </a:rPr>
              <a:t>Khối lượng nước tràn vào khoang </a:t>
            </a:r>
            <a:r>
              <a:rPr lang="en-US" altLang="en-US" b="1">
                <a:solidFill>
                  <a:srgbClr val="FF0000"/>
                </a:solidFill>
                <a:latin typeface="Times New Roman" panose="02020603050405020304" pitchFamily="18" charset="0"/>
                <a:cs typeface="Times New Roman" panose="02020603050405020304" pitchFamily="18" charset="0"/>
              </a:rPr>
              <a:t>m</a:t>
            </a:r>
            <a:r>
              <a:rPr lang="en-US" altLang="en-US" b="1" baseline="-25000">
                <a:solidFill>
                  <a:srgbClr val="FF0000"/>
                </a:solidFill>
                <a:latin typeface="Times New Roman" panose="02020603050405020304" pitchFamily="18" charset="0"/>
                <a:cs typeface="Times New Roman" panose="02020603050405020304" pitchFamily="18" charset="0"/>
              </a:rPr>
              <a:t>f</a:t>
            </a:r>
            <a:endParaRPr lang="en-US" altLang="en-US" b="1">
              <a:solidFill>
                <a:srgbClr val="FF0000"/>
              </a:solidFill>
              <a:latin typeface="Times New Roman" panose="02020603050405020304" pitchFamily="18" charset="0"/>
              <a:cs typeface="Times New Roman" panose="02020603050405020304" pitchFamily="18" charset="0"/>
            </a:endParaRPr>
          </a:p>
        </p:txBody>
      </p:sp>
      <p:graphicFrame>
        <p:nvGraphicFramePr>
          <p:cNvPr id="15370" name="Object 1">
            <a:extLst>
              <a:ext uri="{FF2B5EF4-FFF2-40B4-BE49-F238E27FC236}">
                <a16:creationId xmlns:a16="http://schemas.microsoft.com/office/drawing/2014/main" id="{7BFFEDE4-3655-ABAB-4CFD-43A519C08AFF}"/>
              </a:ext>
            </a:extLst>
          </p:cNvPr>
          <p:cNvGraphicFramePr>
            <a:graphicFrameLocks noChangeAspect="1"/>
          </p:cNvGraphicFramePr>
          <p:nvPr/>
        </p:nvGraphicFramePr>
        <p:xfrm>
          <a:off x="4787900" y="2360613"/>
          <a:ext cx="127000" cy="203200"/>
        </p:xfrm>
        <a:graphic>
          <a:graphicData uri="http://schemas.openxmlformats.org/presentationml/2006/ole">
            <mc:AlternateContent xmlns:mc="http://schemas.openxmlformats.org/markup-compatibility/2006">
              <mc:Choice xmlns:v="urn:schemas-microsoft-com:vml" Requires="v">
                <p:oleObj name="Equation" r:id="rId4" imgW="126720" imgH="203040" progId="Equation.DSMT4">
                  <p:embed/>
                </p:oleObj>
              </mc:Choice>
              <mc:Fallback>
                <p:oleObj name="Equation" r:id="rId4" imgW="126720" imgH="20304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2360613"/>
                        <a:ext cx="1270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A8F8639A-F356-E75E-09E2-FA3FE864D320}"/>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17411" name="Slide Number Placeholder 4">
            <a:extLst>
              <a:ext uri="{FF2B5EF4-FFF2-40B4-BE49-F238E27FC236}">
                <a16:creationId xmlns:a16="http://schemas.microsoft.com/office/drawing/2014/main" id="{5EEDEB4C-41BE-69EB-2B6A-88A324C9A9AF}"/>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17412" name="Rectangle 90" descr="Parchment">
            <a:extLst>
              <a:ext uri="{FF2B5EF4-FFF2-40B4-BE49-F238E27FC236}">
                <a16:creationId xmlns:a16="http://schemas.microsoft.com/office/drawing/2014/main" id="{BBB67172-867D-A294-AB43-8A6373D00E51}"/>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CD8A6B12-C41E-28C9-3707-4051BEF1D774}"/>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17414" name="TextBox 1">
            <a:extLst>
              <a:ext uri="{FF2B5EF4-FFF2-40B4-BE49-F238E27FC236}">
                <a16:creationId xmlns:a16="http://schemas.microsoft.com/office/drawing/2014/main" id="{DC9166E7-0661-0FBA-F5AB-9D5C6CCDE6F0}"/>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17415" name="Picture 2">
            <a:extLst>
              <a:ext uri="{FF2B5EF4-FFF2-40B4-BE49-F238E27FC236}">
                <a16:creationId xmlns:a16="http://schemas.microsoft.com/office/drawing/2014/main" id="{8D8E52CA-BC84-CA74-5733-3E31884333D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Rectangle 7">
            <a:extLst>
              <a:ext uri="{FF2B5EF4-FFF2-40B4-BE49-F238E27FC236}">
                <a16:creationId xmlns:a16="http://schemas.microsoft.com/office/drawing/2014/main" id="{AEA9615D-2AD0-5A9E-6B90-322378B2BB23}"/>
              </a:ext>
            </a:extLst>
          </p:cNvPr>
          <p:cNvSpPr>
            <a:spLocks noChangeArrowheads="1"/>
          </p:cNvSpPr>
          <p:nvPr/>
        </p:nvSpPr>
        <p:spPr bwMode="auto">
          <a:xfrm>
            <a:off x="508000" y="93186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2. MỤC TIÊU</a:t>
            </a:r>
            <a:endParaRPr lang="en-US" altLang="en-US" sz="3200">
              <a:solidFill>
                <a:srgbClr val="FF0000"/>
              </a:solidFill>
              <a:latin typeface="Times New Roman" panose="02020603050405020304" pitchFamily="18" charset="0"/>
              <a:cs typeface="Times New Roman" panose="02020603050405020304" pitchFamily="18" charset="0"/>
            </a:endParaRPr>
          </a:p>
        </p:txBody>
      </p:sp>
      <p:graphicFrame>
        <p:nvGraphicFramePr>
          <p:cNvPr id="17417" name="Object 1">
            <a:extLst>
              <a:ext uri="{FF2B5EF4-FFF2-40B4-BE49-F238E27FC236}">
                <a16:creationId xmlns:a16="http://schemas.microsoft.com/office/drawing/2014/main" id="{74BD830F-2EC5-8E39-D24B-1953F367ECA2}"/>
              </a:ext>
            </a:extLst>
          </p:cNvPr>
          <p:cNvGraphicFramePr>
            <a:graphicFrameLocks noChangeAspect="1"/>
          </p:cNvGraphicFramePr>
          <p:nvPr/>
        </p:nvGraphicFramePr>
        <p:xfrm>
          <a:off x="4787900" y="2360613"/>
          <a:ext cx="127000" cy="203200"/>
        </p:xfrm>
        <a:graphic>
          <a:graphicData uri="http://schemas.openxmlformats.org/presentationml/2006/ole">
            <mc:AlternateContent xmlns:mc="http://schemas.openxmlformats.org/markup-compatibility/2006">
              <mc:Choice xmlns:v="urn:schemas-microsoft-com:vml" Requires="v">
                <p:oleObj name="Equation" r:id="rId4" imgW="126720" imgH="203040" progId="Equation.DSMT4">
                  <p:embed/>
                </p:oleObj>
              </mc:Choice>
              <mc:Fallback>
                <p:oleObj name="Equation" r:id="rId4" imgW="126720" imgH="203040" progId="Equation.DSMT4">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2360613"/>
                        <a:ext cx="127000" cy="20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8" name="Rectangle 2">
            <a:extLst>
              <a:ext uri="{FF2B5EF4-FFF2-40B4-BE49-F238E27FC236}">
                <a16:creationId xmlns:a16="http://schemas.microsoft.com/office/drawing/2014/main" id="{E5062683-1CA7-A9B4-2338-495A285B3EC8}"/>
              </a:ext>
            </a:extLst>
          </p:cNvPr>
          <p:cNvSpPr>
            <a:spLocks noChangeArrowheads="1"/>
          </p:cNvSpPr>
          <p:nvPr/>
        </p:nvSpPr>
        <p:spPr bwMode="auto">
          <a:xfrm>
            <a:off x="1217613" y="4484688"/>
            <a:ext cx="10245725" cy="98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algn="just">
              <a:lnSpc>
                <a:spcPct val="107000"/>
              </a:lnSpc>
              <a:spcBef>
                <a:spcPts val="600"/>
              </a:spcBef>
            </a:pPr>
            <a:r>
              <a:rPr lang="en-US" altLang="en-US" sz="2800" b="1">
                <a:solidFill>
                  <a:srgbClr val="00359E"/>
                </a:solidFill>
              </a:rPr>
              <a:t>Từ đó Cảnh báo trước khi nguy hiểm xảy  ra và hỗ trợ người chỉ huy ra quyết định</a:t>
            </a:r>
            <a:endParaRPr lang="en-US" altLang="en-US" sz="2800">
              <a:solidFill>
                <a:srgbClr val="00359E"/>
              </a:solidFill>
            </a:endParaRPr>
          </a:p>
        </p:txBody>
      </p:sp>
      <p:sp>
        <p:nvSpPr>
          <p:cNvPr id="17419" name="Rectangle 5">
            <a:extLst>
              <a:ext uri="{FF2B5EF4-FFF2-40B4-BE49-F238E27FC236}">
                <a16:creationId xmlns:a16="http://schemas.microsoft.com/office/drawing/2014/main" id="{3956B0D7-AEB9-4BCB-2736-71A9310EA17F}"/>
              </a:ext>
            </a:extLst>
          </p:cNvPr>
          <p:cNvSpPr>
            <a:spLocks noChangeArrowheads="1"/>
          </p:cNvSpPr>
          <p:nvPr/>
        </p:nvSpPr>
        <p:spPr bwMode="auto">
          <a:xfrm>
            <a:off x="1370013" y="2192338"/>
            <a:ext cx="40020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pPr algn="just">
              <a:lnSpc>
                <a:spcPct val="107000"/>
              </a:lnSpc>
              <a:spcBef>
                <a:spcPts val="600"/>
              </a:spcBef>
            </a:pPr>
            <a:r>
              <a:rPr lang="en-US" altLang="en-US" sz="2800"/>
              <a:t>Xây dựng </a:t>
            </a:r>
            <a:r>
              <a:rPr lang="en-US" altLang="en-US" sz="2800" b="1"/>
              <a:t>chỉ số rủi ro R:</a:t>
            </a:r>
          </a:p>
        </p:txBody>
      </p:sp>
      <p:graphicFrame>
        <p:nvGraphicFramePr>
          <p:cNvPr id="17420" name="Object 8">
            <a:extLst>
              <a:ext uri="{FF2B5EF4-FFF2-40B4-BE49-F238E27FC236}">
                <a16:creationId xmlns:a16="http://schemas.microsoft.com/office/drawing/2014/main" id="{2726CC4E-51F8-BD05-2EF8-8688032287B1}"/>
              </a:ext>
            </a:extLst>
          </p:cNvPr>
          <p:cNvGraphicFramePr>
            <a:graphicFrameLocks noChangeAspect="1"/>
          </p:cNvGraphicFramePr>
          <p:nvPr/>
        </p:nvGraphicFramePr>
        <p:xfrm>
          <a:off x="2986088" y="3052763"/>
          <a:ext cx="5808662" cy="1062037"/>
        </p:xfrm>
        <a:graphic>
          <a:graphicData uri="http://schemas.openxmlformats.org/presentationml/2006/ole">
            <mc:AlternateContent xmlns:mc="http://schemas.openxmlformats.org/markup-compatibility/2006">
              <mc:Choice xmlns:v="urn:schemas-microsoft-com:vml" Requires="v">
                <p:oleObj name="Equation" r:id="rId6" imgW="2489200" imgH="457200" progId="Equation.DSMT4">
                  <p:embed/>
                </p:oleObj>
              </mc:Choice>
              <mc:Fallback>
                <p:oleObj name="Equation" r:id="rId6" imgW="2489200" imgH="4572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6088" y="3052763"/>
                        <a:ext cx="5808662"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D73FAA89-B865-F4F0-00FA-043FF362075A}"/>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19459" name="Slide Number Placeholder 4">
            <a:extLst>
              <a:ext uri="{FF2B5EF4-FFF2-40B4-BE49-F238E27FC236}">
                <a16:creationId xmlns:a16="http://schemas.microsoft.com/office/drawing/2014/main" id="{ED6A4A09-24DA-18A6-D2FD-9143CE6D3449}"/>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19460" name="Rectangle 90" descr="Parchment">
            <a:extLst>
              <a:ext uri="{FF2B5EF4-FFF2-40B4-BE49-F238E27FC236}">
                <a16:creationId xmlns:a16="http://schemas.microsoft.com/office/drawing/2014/main" id="{64B5C81B-5BF2-B677-5608-399E4E1A6EED}"/>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F4CD8EBC-3C37-39FE-924F-622ABFB3EE76}"/>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19462" name="TextBox 1">
            <a:extLst>
              <a:ext uri="{FF2B5EF4-FFF2-40B4-BE49-F238E27FC236}">
                <a16:creationId xmlns:a16="http://schemas.microsoft.com/office/drawing/2014/main" id="{668D9F93-C079-E814-A0B0-1CCAA42AFAFC}"/>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19463" name="Picture 2">
            <a:extLst>
              <a:ext uri="{FF2B5EF4-FFF2-40B4-BE49-F238E27FC236}">
                <a16:creationId xmlns:a16="http://schemas.microsoft.com/office/drawing/2014/main" id="{30E78045-6CF8-77EC-76C7-E525E19D7D8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Picture 1">
            <a:extLst>
              <a:ext uri="{FF2B5EF4-FFF2-40B4-BE49-F238E27FC236}">
                <a16:creationId xmlns:a16="http://schemas.microsoft.com/office/drawing/2014/main" id="{731BD1D4-E4CC-3750-9EA0-B42C53560FC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16675" y="1476375"/>
            <a:ext cx="5095875" cy="486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10044218-958C-FCCD-DE1E-9093FB9FD352}"/>
              </a:ext>
            </a:extLst>
          </p:cNvPr>
          <p:cNvSpPr/>
          <p:nvPr/>
        </p:nvSpPr>
        <p:spPr>
          <a:xfrm>
            <a:off x="930275" y="2024063"/>
            <a:ext cx="5410200" cy="3238500"/>
          </a:xfrm>
          <a:prstGeom prst="rect">
            <a:avLst/>
          </a:prstGeom>
        </p:spPr>
        <p:txBody>
          <a:bodyPr>
            <a:spAutoFit/>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sz="2800" b="1">
                <a:solidFill>
                  <a:srgbClr val="1F4D78"/>
                </a:solidFill>
                <a:latin typeface="Calibri Light" panose="020F0302020204030204" pitchFamily="34" charset="0"/>
                <a:cs typeface="Times New Roman" panose="02020603050405020304" pitchFamily="18" charset="0"/>
              </a:rPr>
              <a:t>Kiến trúc gồm 5 phần:</a:t>
            </a:r>
          </a:p>
          <a:p>
            <a:pPr>
              <a:lnSpc>
                <a:spcPct val="107000"/>
              </a:lnSpc>
              <a:spcAft>
                <a:spcPts val="800"/>
              </a:spcAft>
            </a:pPr>
            <a:r>
              <a:rPr lang="en-US" altLang="en-US" sz="2800">
                <a:ea typeface="Calibri" panose="020F0502020204030204" pitchFamily="34" charset="0"/>
                <a:cs typeface="Times New Roman" panose="02020603050405020304" pitchFamily="18" charset="0"/>
              </a:rPr>
              <a:t>Khối Cảm biến analog (4–20 mA) </a:t>
            </a:r>
          </a:p>
          <a:p>
            <a:pPr>
              <a:lnSpc>
                <a:spcPct val="107000"/>
              </a:lnSpc>
              <a:spcAft>
                <a:spcPts val="800"/>
              </a:spcAft>
            </a:pPr>
            <a:r>
              <a:rPr lang="en-US" altLang="en-US" sz="2800">
                <a:ea typeface="Calibri" panose="020F0502020204030204" pitchFamily="34" charset="0"/>
                <a:cs typeface="Times New Roman" panose="02020603050405020304" pitchFamily="18" charset="0"/>
              </a:rPr>
              <a:t>Khối điều khiển PLC S7-1200 </a:t>
            </a:r>
          </a:p>
          <a:p>
            <a:pPr>
              <a:lnSpc>
                <a:spcPct val="107000"/>
              </a:lnSpc>
              <a:spcAft>
                <a:spcPts val="800"/>
              </a:spcAft>
            </a:pPr>
            <a:r>
              <a:rPr lang="en-US" altLang="en-US" sz="2800">
                <a:ea typeface="Calibri" panose="020F0502020204030204" pitchFamily="34" charset="0"/>
                <a:cs typeface="Times New Roman" panose="02020603050405020304" pitchFamily="18" charset="0"/>
              </a:rPr>
              <a:t>Khối chấp hành (bơm)</a:t>
            </a:r>
          </a:p>
          <a:p>
            <a:pPr>
              <a:lnSpc>
                <a:spcPct val="107000"/>
              </a:lnSpc>
              <a:spcAft>
                <a:spcPts val="800"/>
              </a:spcAft>
            </a:pPr>
            <a:r>
              <a:rPr lang="en-US" altLang="en-US" sz="2800">
                <a:ea typeface="Calibri" panose="020F0502020204030204" pitchFamily="34" charset="0"/>
                <a:cs typeface="Times New Roman" panose="02020603050405020304" pitchFamily="18" charset="0"/>
              </a:rPr>
              <a:t>HMI hiển thị, giám sát tham số </a:t>
            </a:r>
          </a:p>
          <a:p>
            <a:pPr>
              <a:lnSpc>
                <a:spcPct val="107000"/>
              </a:lnSpc>
              <a:spcAft>
                <a:spcPts val="800"/>
              </a:spcAft>
            </a:pPr>
            <a:r>
              <a:rPr lang="en-US" altLang="en-US" sz="2800">
                <a:ea typeface="Calibri" panose="020F0502020204030204" pitchFamily="34" charset="0"/>
                <a:cs typeface="Times New Roman" panose="02020603050405020304" pitchFamily="18" charset="0"/>
              </a:rPr>
              <a:t>IoT điều khiển giám sát từ xa </a:t>
            </a:r>
          </a:p>
        </p:txBody>
      </p:sp>
      <p:sp>
        <p:nvSpPr>
          <p:cNvPr id="19466" name="Rectangle 6">
            <a:extLst>
              <a:ext uri="{FF2B5EF4-FFF2-40B4-BE49-F238E27FC236}">
                <a16:creationId xmlns:a16="http://schemas.microsoft.com/office/drawing/2014/main" id="{D6C42103-15F1-5BAB-9121-49811C1EB1DF}"/>
              </a:ext>
            </a:extLst>
          </p:cNvPr>
          <p:cNvSpPr>
            <a:spLocks noChangeArrowheads="1"/>
          </p:cNvSpPr>
          <p:nvPr/>
        </p:nvSpPr>
        <p:spPr bwMode="auto">
          <a:xfrm>
            <a:off x="841375" y="1063625"/>
            <a:ext cx="3905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7170A"/>
                </a:solidFill>
                <a:latin typeface="Times New Roman" panose="02020603050405020304" pitchFamily="18" charset="0"/>
              </a:defRPr>
            </a:lvl1pPr>
            <a:lvl2pPr marL="742950" indent="-285750">
              <a:defRPr sz="2400">
                <a:solidFill>
                  <a:srgbClr val="07170A"/>
                </a:solidFill>
                <a:latin typeface="Times New Roman" panose="02020603050405020304" pitchFamily="18" charset="0"/>
              </a:defRPr>
            </a:lvl2pPr>
            <a:lvl3pPr marL="1143000" indent="-228600">
              <a:defRPr sz="2400">
                <a:solidFill>
                  <a:srgbClr val="07170A"/>
                </a:solidFill>
                <a:latin typeface="Times New Roman" panose="02020603050405020304" pitchFamily="18" charset="0"/>
              </a:defRPr>
            </a:lvl3pPr>
            <a:lvl4pPr marL="1600200" indent="-228600">
              <a:defRPr sz="2400">
                <a:solidFill>
                  <a:srgbClr val="07170A"/>
                </a:solidFill>
                <a:latin typeface="Times New Roman" panose="02020603050405020304" pitchFamily="18" charset="0"/>
              </a:defRPr>
            </a:lvl4pPr>
            <a:lvl5pPr marL="2057400" indent="-228600">
              <a:defRPr sz="2400">
                <a:solidFill>
                  <a:srgbClr val="07170A"/>
                </a:solidFill>
                <a:latin typeface="Times New Roman" panose="02020603050405020304" pitchFamily="18" charset="0"/>
              </a:defRPr>
            </a:lvl5pPr>
            <a:lvl6pPr marL="2514600" indent="-228600" eaLnBrk="0" fontAlgn="base" hangingPunct="0">
              <a:spcBef>
                <a:spcPct val="0"/>
              </a:spcBef>
              <a:spcAft>
                <a:spcPct val="0"/>
              </a:spcAft>
              <a:defRPr sz="2400">
                <a:solidFill>
                  <a:srgbClr val="07170A"/>
                </a:solidFill>
                <a:latin typeface="Times New Roman" panose="02020603050405020304" pitchFamily="18" charset="0"/>
              </a:defRPr>
            </a:lvl6pPr>
            <a:lvl7pPr marL="2971800" indent="-228600" eaLnBrk="0" fontAlgn="base" hangingPunct="0">
              <a:spcBef>
                <a:spcPct val="0"/>
              </a:spcBef>
              <a:spcAft>
                <a:spcPct val="0"/>
              </a:spcAft>
              <a:defRPr sz="2400">
                <a:solidFill>
                  <a:srgbClr val="07170A"/>
                </a:solidFill>
                <a:latin typeface="Times New Roman" panose="02020603050405020304" pitchFamily="18" charset="0"/>
              </a:defRPr>
            </a:lvl7pPr>
            <a:lvl8pPr marL="3429000" indent="-228600" eaLnBrk="0" fontAlgn="base" hangingPunct="0">
              <a:spcBef>
                <a:spcPct val="0"/>
              </a:spcBef>
              <a:spcAft>
                <a:spcPct val="0"/>
              </a:spcAft>
              <a:defRPr sz="2400">
                <a:solidFill>
                  <a:srgbClr val="07170A"/>
                </a:solidFill>
                <a:latin typeface="Times New Roman" panose="02020603050405020304" pitchFamily="18" charset="0"/>
              </a:defRPr>
            </a:lvl8pPr>
            <a:lvl9pPr marL="3886200" indent="-228600" eaLnBrk="0" fontAlgn="base" hangingPunct="0">
              <a:spcBef>
                <a:spcPct val="0"/>
              </a:spcBef>
              <a:spcAft>
                <a:spcPct val="0"/>
              </a:spcAft>
              <a:defRPr sz="2400">
                <a:solidFill>
                  <a:srgbClr val="07170A"/>
                </a:solidFill>
                <a:latin typeface="Times New Roman" panose="02020603050405020304" pitchFamily="18" charset="0"/>
              </a:defRPr>
            </a:lvl9pPr>
          </a:lstStyle>
          <a:p>
            <a:r>
              <a:rPr lang="en-US" altLang="en-US" b="1">
                <a:cs typeface="Times New Roman" panose="02020603050405020304" pitchFamily="18" charset="0"/>
              </a:rPr>
              <a:t>3</a:t>
            </a:r>
            <a:r>
              <a:rPr lang="en-US" altLang="en-US" b="1">
                <a:solidFill>
                  <a:srgbClr val="00359E"/>
                </a:solidFill>
                <a:cs typeface="Times New Roman" panose="02020603050405020304" pitchFamily="18" charset="0"/>
              </a:rPr>
              <a:t>. GIẢI PHÁP HỆ THỐNG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C6349682-025F-E590-8400-BAC7D5C9B4C2}"/>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21507" name="Slide Number Placeholder 4">
            <a:extLst>
              <a:ext uri="{FF2B5EF4-FFF2-40B4-BE49-F238E27FC236}">
                <a16:creationId xmlns:a16="http://schemas.microsoft.com/office/drawing/2014/main" id="{153C5C1E-A892-832B-7C03-17B65754BF18}"/>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21508" name="Rectangle 90" descr="Parchment">
            <a:extLst>
              <a:ext uri="{FF2B5EF4-FFF2-40B4-BE49-F238E27FC236}">
                <a16:creationId xmlns:a16="http://schemas.microsoft.com/office/drawing/2014/main" id="{2840CA98-5995-8DF2-A39E-7D8F9039030D}"/>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5BF08079-FBAE-58D8-83C3-FE603840CBC8}"/>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21510" name="TextBox 1">
            <a:extLst>
              <a:ext uri="{FF2B5EF4-FFF2-40B4-BE49-F238E27FC236}">
                <a16:creationId xmlns:a16="http://schemas.microsoft.com/office/drawing/2014/main" id="{CE3D0AE8-6EE6-EE9B-EDED-0F5ADDB4235D}"/>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21511" name="Picture 2">
            <a:extLst>
              <a:ext uri="{FF2B5EF4-FFF2-40B4-BE49-F238E27FC236}">
                <a16:creationId xmlns:a16="http://schemas.microsoft.com/office/drawing/2014/main" id="{5DC25B9E-95E8-5BBA-8B57-95BC685BCC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2" name="Rectangle 7">
            <a:extLst>
              <a:ext uri="{FF2B5EF4-FFF2-40B4-BE49-F238E27FC236}">
                <a16:creationId xmlns:a16="http://schemas.microsoft.com/office/drawing/2014/main" id="{D0AD644B-689E-053E-12E7-0B4547BC57E0}"/>
              </a:ext>
            </a:extLst>
          </p:cNvPr>
          <p:cNvSpPr>
            <a:spLocks noChangeArrowheads="1"/>
          </p:cNvSpPr>
          <p:nvPr/>
        </p:nvSpPr>
        <p:spPr bwMode="auto">
          <a:xfrm>
            <a:off x="762000" y="97631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4. THUẬT TOÁN</a:t>
            </a:r>
            <a:endParaRPr lang="en-US" altLang="en-US" sz="3200">
              <a:solidFill>
                <a:srgbClr val="FF0000"/>
              </a:solidFill>
              <a:latin typeface="Times New Roman" panose="02020603050405020304" pitchFamily="18" charset="0"/>
              <a:cs typeface="Times New Roman" panose="02020603050405020304" pitchFamily="18" charset="0"/>
            </a:endParaRPr>
          </a:p>
        </p:txBody>
      </p:sp>
      <p:pic>
        <p:nvPicPr>
          <p:cNvPr id="21513" name="Picture 25">
            <a:extLst>
              <a:ext uri="{FF2B5EF4-FFF2-40B4-BE49-F238E27FC236}">
                <a16:creationId xmlns:a16="http://schemas.microsoft.com/office/drawing/2014/main" id="{9CE67BAF-C56E-A835-7297-90BED94F7C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150" y="1455738"/>
            <a:ext cx="5105400"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4" name="TextBox 6">
            <a:extLst>
              <a:ext uri="{FF2B5EF4-FFF2-40B4-BE49-F238E27FC236}">
                <a16:creationId xmlns:a16="http://schemas.microsoft.com/office/drawing/2014/main" id="{266597C1-6B1F-303E-E038-358103B44008}"/>
              </a:ext>
            </a:extLst>
          </p:cNvPr>
          <p:cNvSpPr txBox="1">
            <a:spLocks noChangeArrowheads="1"/>
          </p:cNvSpPr>
          <p:nvPr/>
        </p:nvSpPr>
        <p:spPr bwMode="auto">
          <a:xfrm>
            <a:off x="6264275" y="1430338"/>
            <a:ext cx="5241925" cy="4894262"/>
          </a:xfrm>
          <a:prstGeom prst="rect">
            <a:avLst/>
          </a:prstGeom>
          <a:noFill/>
          <a:ln w="9525">
            <a:solidFill>
              <a:srgbClr val="00359E"/>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0"/>
              </a:spcBef>
              <a:buClrTx/>
              <a:buFontTx/>
              <a:buNone/>
            </a:pPr>
            <a:r>
              <a:rPr lang="en-US" altLang="en-US" sz="2400" b="1">
                <a:solidFill>
                  <a:srgbClr val="07170A"/>
                </a:solidFill>
                <a:latin typeface="Times New Roman" panose="02020603050405020304" pitchFamily="18" charset="0"/>
              </a:rPr>
              <a:t>Bước 1</a:t>
            </a:r>
            <a:r>
              <a:rPr lang="en-US" altLang="en-US" sz="2400">
                <a:solidFill>
                  <a:srgbClr val="07170A"/>
                </a:solidFill>
                <a:latin typeface="Times New Roman" panose="02020603050405020304" pitchFamily="18" charset="0"/>
              </a:rPr>
              <a:t>. Cảm biến đọc tín hiệu đo, góc nghiêng, mực nước tức thời, tính toán tốc độ ngập, tốc độ nghiêng</a:t>
            </a:r>
          </a:p>
          <a:p>
            <a:pPr algn="just">
              <a:spcBef>
                <a:spcPct val="0"/>
              </a:spcBef>
              <a:buClrTx/>
              <a:buFontTx/>
              <a:buNone/>
            </a:pPr>
            <a:r>
              <a:rPr lang="en-US" altLang="en-US" sz="2400" b="1">
                <a:solidFill>
                  <a:srgbClr val="07170A"/>
                </a:solidFill>
                <a:latin typeface="Times New Roman" panose="02020603050405020304" pitchFamily="18" charset="0"/>
              </a:rPr>
              <a:t>Bước 2</a:t>
            </a:r>
            <a:r>
              <a:rPr lang="en-US" altLang="en-US" sz="2400">
                <a:solidFill>
                  <a:srgbClr val="07170A"/>
                </a:solidFill>
                <a:latin typeface="Times New Roman" panose="02020603050405020304" pitchFamily="18" charset="0"/>
              </a:rPr>
              <a:t>. Tính tốc độ ngậ các chỉ số rủi ro</a:t>
            </a:r>
          </a:p>
          <a:p>
            <a:pPr algn="just">
              <a:spcBef>
                <a:spcPct val="0"/>
              </a:spcBef>
              <a:buClrTx/>
              <a:buFontTx/>
              <a:buNone/>
            </a:pPr>
            <a:r>
              <a:rPr lang="en-US" altLang="en-US" sz="2400" b="1">
                <a:solidFill>
                  <a:srgbClr val="07170A"/>
                </a:solidFill>
                <a:latin typeface="Times New Roman" panose="02020603050405020304" pitchFamily="18" charset="0"/>
              </a:rPr>
              <a:t>Bước 3</a:t>
            </a:r>
            <a:r>
              <a:rPr lang="en-US" altLang="en-US" sz="2400">
                <a:solidFill>
                  <a:srgbClr val="07170A"/>
                </a:solidFill>
                <a:latin typeface="Times New Roman" panose="02020603050405020304" pitchFamily="18" charset="0"/>
              </a:rPr>
              <a:t>. so sánh với giới hạn cực đại: Nếu mức cảnh báo vượt ngưỡng lớn nhất, bơm công suất cực đại, hỗ trợ xử lý tình huống, ghi sự kiện</a:t>
            </a:r>
          </a:p>
          <a:p>
            <a:pPr algn="just">
              <a:spcBef>
                <a:spcPct val="0"/>
              </a:spcBef>
              <a:buClrTx/>
              <a:buFontTx/>
              <a:buNone/>
            </a:pPr>
            <a:r>
              <a:rPr lang="en-US" altLang="en-US" sz="2400" b="1">
                <a:solidFill>
                  <a:srgbClr val="07170A"/>
                </a:solidFill>
                <a:latin typeface="Times New Roman" panose="02020603050405020304" pitchFamily="18" charset="0"/>
              </a:rPr>
              <a:t>Bước 4</a:t>
            </a:r>
            <a:r>
              <a:rPr lang="en-US" altLang="en-US" sz="2400">
                <a:solidFill>
                  <a:srgbClr val="07170A"/>
                </a:solidFill>
                <a:latin typeface="Times New Roman" panose="02020603050405020304" pitchFamily="18" charset="0"/>
              </a:rPr>
              <a:t>. So sánh với ngưỡng trung bình: Nếu vượt giới hạn trung bình, bơm công suất trung bình, xử lý tình huống, ghi sự kiện</a:t>
            </a:r>
          </a:p>
          <a:p>
            <a:pPr algn="just">
              <a:spcBef>
                <a:spcPct val="0"/>
              </a:spcBef>
              <a:buClrTx/>
              <a:buFontTx/>
              <a:buNone/>
            </a:pPr>
            <a:r>
              <a:rPr lang="en-US" altLang="en-US" sz="2400">
                <a:solidFill>
                  <a:srgbClr val="07170A"/>
                </a:solidFill>
                <a:latin typeface="Times New Roman" panose="02020603050405020304" pitchFamily="18" charset="0"/>
              </a:rPr>
              <a:t>Ngược lại, theo dõi liên tục, ghi sự kiện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CFDBB5CC-5500-7FA0-C4CF-01FA4D66356C}"/>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23555" name="Slide Number Placeholder 4">
            <a:extLst>
              <a:ext uri="{FF2B5EF4-FFF2-40B4-BE49-F238E27FC236}">
                <a16:creationId xmlns:a16="http://schemas.microsoft.com/office/drawing/2014/main" id="{FD8E069E-4687-2EEC-21B5-EFFB519E6870}"/>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23556" name="Rectangle 90" descr="Parchment">
            <a:extLst>
              <a:ext uri="{FF2B5EF4-FFF2-40B4-BE49-F238E27FC236}">
                <a16:creationId xmlns:a16="http://schemas.microsoft.com/office/drawing/2014/main" id="{D4CD7D39-A821-999B-653E-5C7F57B6F62C}"/>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03918AF8-F9A4-9B5B-754A-0D2CB1232087}"/>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23558" name="TextBox 1">
            <a:extLst>
              <a:ext uri="{FF2B5EF4-FFF2-40B4-BE49-F238E27FC236}">
                <a16:creationId xmlns:a16="http://schemas.microsoft.com/office/drawing/2014/main" id="{439EE4BE-4F7D-92F9-A6FA-37EBD27FE7AF}"/>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23559" name="Picture 2">
            <a:extLst>
              <a:ext uri="{FF2B5EF4-FFF2-40B4-BE49-F238E27FC236}">
                <a16:creationId xmlns:a16="http://schemas.microsoft.com/office/drawing/2014/main" id="{6331C093-0B24-40B4-5483-D8B715AA1D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Rectangle 7">
            <a:extLst>
              <a:ext uri="{FF2B5EF4-FFF2-40B4-BE49-F238E27FC236}">
                <a16:creationId xmlns:a16="http://schemas.microsoft.com/office/drawing/2014/main" id="{080A78D0-63EA-60C7-B80E-8FC728075C8B}"/>
              </a:ext>
            </a:extLst>
          </p:cNvPr>
          <p:cNvSpPr>
            <a:spLocks noChangeArrowheads="1"/>
          </p:cNvSpPr>
          <p:nvPr/>
        </p:nvSpPr>
        <p:spPr bwMode="auto">
          <a:xfrm>
            <a:off x="847725" y="97631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5. KẾT QUẢ ĐẠT ĐƯỢC</a:t>
            </a:r>
            <a:endParaRPr lang="en-US" altLang="en-US" sz="3600">
              <a:solidFill>
                <a:srgbClr val="FF0000"/>
              </a:solidFill>
              <a:latin typeface="Times New Roman" panose="02020603050405020304" pitchFamily="18" charset="0"/>
              <a:cs typeface="Times New Roman" panose="02020603050405020304" pitchFamily="18" charset="0"/>
            </a:endParaRPr>
          </a:p>
        </p:txBody>
      </p:sp>
      <p:sp>
        <p:nvSpPr>
          <p:cNvPr id="23561" name="Rectangle 1">
            <a:extLst>
              <a:ext uri="{FF2B5EF4-FFF2-40B4-BE49-F238E27FC236}">
                <a16:creationId xmlns:a16="http://schemas.microsoft.com/office/drawing/2014/main" id="{829DB3E7-C803-13E1-DB69-B11CB6927260}"/>
              </a:ext>
            </a:extLst>
          </p:cNvPr>
          <p:cNvSpPr>
            <a:spLocks noChangeArrowheads="1"/>
          </p:cNvSpPr>
          <p:nvPr/>
        </p:nvSpPr>
        <p:spPr bwMode="auto">
          <a:xfrm>
            <a:off x="609600" y="1547813"/>
            <a:ext cx="4648200" cy="440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ts val="600"/>
              </a:spcBef>
              <a:buClrTx/>
              <a:buFontTx/>
              <a:buNone/>
            </a:pPr>
            <a:r>
              <a:rPr lang="en-US" altLang="en-US" b="1">
                <a:solidFill>
                  <a:srgbClr val="07170A"/>
                </a:solidFill>
                <a:latin typeface="Times New Roman" panose="02020603050405020304" pitchFamily="18" charset="0"/>
                <a:ea typeface="Times New Roman" panose="02020603050405020304" pitchFamily="18" charset="0"/>
                <a:cs typeface="Arial Unicode MS" pitchFamily="34" charset="-128"/>
              </a:rPr>
              <a:t>Từ yêu cầu thiết kế hệ thống</a:t>
            </a:r>
            <a:endParaRPr lang="en-US" altLang="en-US">
              <a:solidFill>
                <a:srgbClr val="07170A"/>
              </a:solidFill>
              <a:latin typeface="Arial Unicode MS" pitchFamily="34" charset="-128"/>
              <a:ea typeface="Times New Roman" panose="02020603050405020304" pitchFamily="18" charset="0"/>
              <a:cs typeface="Arial Unicode MS" pitchFamily="34" charset="-128"/>
            </a:endParaRPr>
          </a:p>
          <a:p>
            <a:pPr algn="just">
              <a:spcBef>
                <a:spcPct val="0"/>
              </a:spcBef>
              <a:buClrTx/>
              <a:buFontTx/>
              <a:buNone/>
            </a:pPr>
            <a:r>
              <a:rPr lang="en-US" altLang="en-US">
                <a:solidFill>
                  <a:srgbClr val="07170A"/>
                </a:solidFill>
                <a:latin typeface="Times New Roman" panose="02020603050405020304" pitchFamily="18" charset="0"/>
                <a:ea typeface="Times New Roman" panose="02020603050405020304" pitchFamily="18" charset="0"/>
                <a:cs typeface="Calibri" panose="020F0502020204030204" pitchFamily="34" charset="0"/>
              </a:rPr>
              <a:t>Hệ thống giám sát ngập khoang tàu Hải quân được xây dựng nhằm phát hiện sớm sự xâm nhập của nước vào các khoang tàu, cung cấp thông tin kịp thời cho kíp trực và hỗ trợ người chỉ huy trong quá trình đánh giá tình huống và đưa ra quyết định xử lý. </a:t>
            </a:r>
          </a:p>
        </p:txBody>
      </p:sp>
      <p:pic>
        <p:nvPicPr>
          <p:cNvPr id="23562" name="Picture 11">
            <a:extLst>
              <a:ext uri="{FF2B5EF4-FFF2-40B4-BE49-F238E27FC236}">
                <a16:creationId xmlns:a16="http://schemas.microsoft.com/office/drawing/2014/main" id="{90B94A1A-C2D6-E903-2279-90E9A59078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4338" y="1641475"/>
            <a:ext cx="6392862" cy="421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226FCDBE-27C2-A166-9E81-0B9A1C570FA4}"/>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25603" name="Slide Number Placeholder 4">
            <a:extLst>
              <a:ext uri="{FF2B5EF4-FFF2-40B4-BE49-F238E27FC236}">
                <a16:creationId xmlns:a16="http://schemas.microsoft.com/office/drawing/2014/main" id="{BD8C2A97-3DAE-F51A-CDE7-D6FD2C737223}"/>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25604" name="Rectangle 90" descr="Parchment">
            <a:extLst>
              <a:ext uri="{FF2B5EF4-FFF2-40B4-BE49-F238E27FC236}">
                <a16:creationId xmlns:a16="http://schemas.microsoft.com/office/drawing/2014/main" id="{16BB277B-E206-73F4-45F9-074DE271DAB7}"/>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8F4BE7A1-013A-0099-85EE-0C231FEB5581}"/>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25606" name="TextBox 1">
            <a:extLst>
              <a:ext uri="{FF2B5EF4-FFF2-40B4-BE49-F238E27FC236}">
                <a16:creationId xmlns:a16="http://schemas.microsoft.com/office/drawing/2014/main" id="{0D3B08CF-4764-25AF-B0B2-5F103502BCC8}"/>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25607" name="Picture 2">
            <a:extLst>
              <a:ext uri="{FF2B5EF4-FFF2-40B4-BE49-F238E27FC236}">
                <a16:creationId xmlns:a16="http://schemas.microsoft.com/office/drawing/2014/main" id="{145021D1-FC55-89F5-72C1-89CFCF4ADE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1">
            <a:extLst>
              <a:ext uri="{FF2B5EF4-FFF2-40B4-BE49-F238E27FC236}">
                <a16:creationId xmlns:a16="http://schemas.microsoft.com/office/drawing/2014/main" id="{6885884D-E8D5-C177-7FCD-EADAF0ADA5C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1216025"/>
            <a:ext cx="4906963" cy="481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9" name="TextBox 2">
            <a:extLst>
              <a:ext uri="{FF2B5EF4-FFF2-40B4-BE49-F238E27FC236}">
                <a16:creationId xmlns:a16="http://schemas.microsoft.com/office/drawing/2014/main" id="{2F20A217-E486-3EB7-1BD0-1F3CD1DF9719}"/>
              </a:ext>
            </a:extLst>
          </p:cNvPr>
          <p:cNvSpPr txBox="1">
            <a:spLocks noChangeArrowheads="1"/>
          </p:cNvSpPr>
          <p:nvPr/>
        </p:nvSpPr>
        <p:spPr bwMode="auto">
          <a:xfrm>
            <a:off x="914400" y="3008313"/>
            <a:ext cx="44958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a:solidFill>
                  <a:srgbClr val="FF0000"/>
                </a:solidFill>
                <a:latin typeface="Times New Roman" panose="02020603050405020304" pitchFamily="18" charset="0"/>
              </a:rPr>
              <a:t>KHỐI NGUỒN VÀ KHỐI ĐIỀU KHIỂN TRUNG TÂM</a:t>
            </a:r>
          </a:p>
        </p:txBody>
      </p:sp>
      <p:sp>
        <p:nvSpPr>
          <p:cNvPr id="25610" name="Rectangle 7">
            <a:extLst>
              <a:ext uri="{FF2B5EF4-FFF2-40B4-BE49-F238E27FC236}">
                <a16:creationId xmlns:a16="http://schemas.microsoft.com/office/drawing/2014/main" id="{BFDB13F5-C5FA-0825-50F1-54D804F9642D}"/>
              </a:ext>
            </a:extLst>
          </p:cNvPr>
          <p:cNvSpPr>
            <a:spLocks noChangeArrowheads="1"/>
          </p:cNvSpPr>
          <p:nvPr/>
        </p:nvSpPr>
        <p:spPr bwMode="auto">
          <a:xfrm>
            <a:off x="847725" y="97631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5. KẾT QUẢ ĐẠT ĐƯỢC</a:t>
            </a:r>
            <a:endParaRPr lang="en-US" altLang="en-US" sz="36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2AA0F41C-D3DB-8414-2BBA-D50A748AC0C6}"/>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27651" name="Slide Number Placeholder 4">
            <a:extLst>
              <a:ext uri="{FF2B5EF4-FFF2-40B4-BE49-F238E27FC236}">
                <a16:creationId xmlns:a16="http://schemas.microsoft.com/office/drawing/2014/main" id="{25B1AFB2-4D14-67B4-4921-3B8788986447}"/>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27652" name="Rectangle 90" descr="Parchment">
            <a:extLst>
              <a:ext uri="{FF2B5EF4-FFF2-40B4-BE49-F238E27FC236}">
                <a16:creationId xmlns:a16="http://schemas.microsoft.com/office/drawing/2014/main" id="{B50F4915-28EA-E1CF-8CE6-9EF16244EADC}"/>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E54EA0DB-3722-C0EC-5E06-FDDC2B8FD044}"/>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27654" name="TextBox 1">
            <a:extLst>
              <a:ext uri="{FF2B5EF4-FFF2-40B4-BE49-F238E27FC236}">
                <a16:creationId xmlns:a16="http://schemas.microsoft.com/office/drawing/2014/main" id="{5C512DC9-5DA5-C556-2BC0-EC0311FD9DD0}"/>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27655" name="Picture 2">
            <a:extLst>
              <a:ext uri="{FF2B5EF4-FFF2-40B4-BE49-F238E27FC236}">
                <a16:creationId xmlns:a16="http://schemas.microsoft.com/office/drawing/2014/main" id="{C204D1BC-296C-9046-017C-2A77ADAD10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Picture 1">
            <a:extLst>
              <a:ext uri="{FF2B5EF4-FFF2-40B4-BE49-F238E27FC236}">
                <a16:creationId xmlns:a16="http://schemas.microsoft.com/office/drawing/2014/main" id="{CEE23852-8CA2-FEAA-AF55-A8F24E9BC5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60875" y="1514475"/>
            <a:ext cx="4800600"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Rectangle 7">
            <a:extLst>
              <a:ext uri="{FF2B5EF4-FFF2-40B4-BE49-F238E27FC236}">
                <a16:creationId xmlns:a16="http://schemas.microsoft.com/office/drawing/2014/main" id="{12F97301-D08A-1EFB-5D38-03D306AD7A43}"/>
              </a:ext>
            </a:extLst>
          </p:cNvPr>
          <p:cNvSpPr>
            <a:spLocks noChangeArrowheads="1"/>
          </p:cNvSpPr>
          <p:nvPr/>
        </p:nvSpPr>
        <p:spPr bwMode="auto">
          <a:xfrm>
            <a:off x="847725" y="97631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5. KẾT QUẢ ĐẠT ĐƯỢC</a:t>
            </a:r>
            <a:endParaRPr lang="en-US" altLang="en-US" sz="36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C62D2583-CA95-4888-BE2E-EE2FD7E2B007}"/>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29699" name="Slide Number Placeholder 4">
            <a:extLst>
              <a:ext uri="{FF2B5EF4-FFF2-40B4-BE49-F238E27FC236}">
                <a16:creationId xmlns:a16="http://schemas.microsoft.com/office/drawing/2014/main" id="{71312FF3-C903-500C-6A2E-42955D0A8CC0}"/>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29700" name="Rectangle 90" descr="Parchment">
            <a:extLst>
              <a:ext uri="{FF2B5EF4-FFF2-40B4-BE49-F238E27FC236}">
                <a16:creationId xmlns:a16="http://schemas.microsoft.com/office/drawing/2014/main" id="{478EA7BE-C015-21C8-6690-99D9B12E15E0}"/>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CF418C68-0149-E9CD-27C4-9308B68ED441}"/>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29702" name="TextBox 1">
            <a:extLst>
              <a:ext uri="{FF2B5EF4-FFF2-40B4-BE49-F238E27FC236}">
                <a16:creationId xmlns:a16="http://schemas.microsoft.com/office/drawing/2014/main" id="{3BEF0183-8586-1EF8-45C5-93FDA3ECCB8E}"/>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29703" name="Picture 2">
            <a:extLst>
              <a:ext uri="{FF2B5EF4-FFF2-40B4-BE49-F238E27FC236}">
                <a16:creationId xmlns:a16="http://schemas.microsoft.com/office/drawing/2014/main" id="{3AB3626D-5EE5-2156-8E0A-BC9F9244F3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1">
            <a:extLst>
              <a:ext uri="{FF2B5EF4-FFF2-40B4-BE49-F238E27FC236}">
                <a16:creationId xmlns:a16="http://schemas.microsoft.com/office/drawing/2014/main" id="{01DC3295-410F-F46E-5757-2A29684BC7E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76713" y="1455738"/>
            <a:ext cx="645795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TextBox 2">
            <a:extLst>
              <a:ext uri="{FF2B5EF4-FFF2-40B4-BE49-F238E27FC236}">
                <a16:creationId xmlns:a16="http://schemas.microsoft.com/office/drawing/2014/main" id="{621D35C9-CCA1-2776-15EF-7BA6A6114282}"/>
              </a:ext>
            </a:extLst>
          </p:cNvPr>
          <p:cNvSpPr txBox="1">
            <a:spLocks noChangeArrowheads="1"/>
          </p:cNvSpPr>
          <p:nvPr/>
        </p:nvSpPr>
        <p:spPr bwMode="auto">
          <a:xfrm>
            <a:off x="554038" y="2887663"/>
            <a:ext cx="379571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a:solidFill>
                  <a:srgbClr val="00359E"/>
                </a:solidFill>
                <a:latin typeface="Times New Roman" panose="02020603050405020304" pitchFamily="18" charset="0"/>
              </a:rPr>
              <a:t>GIAO DIỆN HMI </a:t>
            </a:r>
          </a:p>
          <a:p>
            <a:pPr>
              <a:spcBef>
                <a:spcPct val="0"/>
              </a:spcBef>
              <a:buClrTx/>
              <a:buFontTx/>
              <a:buNone/>
            </a:pPr>
            <a:r>
              <a:rPr lang="en-US" altLang="en-US">
                <a:solidFill>
                  <a:srgbClr val="FF0000"/>
                </a:solidFill>
                <a:latin typeface="Times New Roman" panose="02020603050405020304" pitchFamily="18" charset="0"/>
              </a:rPr>
              <a:t>điều khiển và giám từ xa</a:t>
            </a:r>
          </a:p>
        </p:txBody>
      </p:sp>
      <p:sp>
        <p:nvSpPr>
          <p:cNvPr id="29706" name="Rectangle 7">
            <a:extLst>
              <a:ext uri="{FF2B5EF4-FFF2-40B4-BE49-F238E27FC236}">
                <a16:creationId xmlns:a16="http://schemas.microsoft.com/office/drawing/2014/main" id="{C5C784BC-5805-9003-88BF-A3E2A72DA6B4}"/>
              </a:ext>
            </a:extLst>
          </p:cNvPr>
          <p:cNvSpPr>
            <a:spLocks noChangeArrowheads="1"/>
          </p:cNvSpPr>
          <p:nvPr/>
        </p:nvSpPr>
        <p:spPr bwMode="auto">
          <a:xfrm>
            <a:off x="847725" y="97631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5. KẾT QUẢ ĐẠT ĐƯỢC</a:t>
            </a:r>
            <a:endParaRPr lang="en-US" altLang="en-US" sz="36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E768CAB1-F06B-2704-4969-7A621DE80820}"/>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31747" name="Slide Number Placeholder 4">
            <a:extLst>
              <a:ext uri="{FF2B5EF4-FFF2-40B4-BE49-F238E27FC236}">
                <a16:creationId xmlns:a16="http://schemas.microsoft.com/office/drawing/2014/main" id="{C7C867D7-0944-E4CC-6D9B-839AF7707150}"/>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31748" name="Rectangle 90" descr="Parchment">
            <a:extLst>
              <a:ext uri="{FF2B5EF4-FFF2-40B4-BE49-F238E27FC236}">
                <a16:creationId xmlns:a16="http://schemas.microsoft.com/office/drawing/2014/main" id="{2CC85EBC-7EC1-5FA2-B565-017E1F0DE467}"/>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8C8F5DF0-449B-8E20-DD34-88B1C0ED3B91}"/>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31750" name="TextBox 1">
            <a:extLst>
              <a:ext uri="{FF2B5EF4-FFF2-40B4-BE49-F238E27FC236}">
                <a16:creationId xmlns:a16="http://schemas.microsoft.com/office/drawing/2014/main" id="{9C336AB4-797A-1D2A-16D0-B1F89324A679}"/>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31751" name="Picture 2">
            <a:extLst>
              <a:ext uri="{FF2B5EF4-FFF2-40B4-BE49-F238E27FC236}">
                <a16:creationId xmlns:a16="http://schemas.microsoft.com/office/drawing/2014/main" id="{07D13FD7-0B65-F4A2-A4C1-7C6D5A857C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2" name="Picture 2">
            <a:extLst>
              <a:ext uri="{FF2B5EF4-FFF2-40B4-BE49-F238E27FC236}">
                <a16:creationId xmlns:a16="http://schemas.microsoft.com/office/drawing/2014/main" id="{73F28149-9C5D-4488-A724-036E5D9B79B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439863"/>
            <a:ext cx="6905625" cy="489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3" name="TextBox 5">
            <a:extLst>
              <a:ext uri="{FF2B5EF4-FFF2-40B4-BE49-F238E27FC236}">
                <a16:creationId xmlns:a16="http://schemas.microsoft.com/office/drawing/2014/main" id="{60AFFBD9-50AE-6BF4-D9FC-7D7F94FD724F}"/>
              </a:ext>
            </a:extLst>
          </p:cNvPr>
          <p:cNvSpPr txBox="1">
            <a:spLocks noChangeArrowheads="1"/>
          </p:cNvSpPr>
          <p:nvPr/>
        </p:nvSpPr>
        <p:spPr bwMode="auto">
          <a:xfrm>
            <a:off x="1041400" y="3008313"/>
            <a:ext cx="34036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a:solidFill>
                  <a:srgbClr val="00359E"/>
                </a:solidFill>
                <a:latin typeface="Times New Roman" panose="02020603050405020304" pitchFamily="18" charset="0"/>
              </a:rPr>
              <a:t>Khối chấp hành (bơm)</a:t>
            </a:r>
          </a:p>
          <a:p>
            <a:pPr>
              <a:spcBef>
                <a:spcPct val="0"/>
              </a:spcBef>
              <a:buClrTx/>
              <a:buFontTx/>
              <a:buNone/>
            </a:pPr>
            <a:r>
              <a:rPr lang="en-US" altLang="en-US">
                <a:solidFill>
                  <a:srgbClr val="FF0000"/>
                </a:solidFill>
                <a:latin typeface="Times New Roman" panose="02020603050405020304" pitchFamily="18" charset="0"/>
              </a:rPr>
              <a:t>Cảm biến</a:t>
            </a:r>
          </a:p>
        </p:txBody>
      </p:sp>
      <p:sp>
        <p:nvSpPr>
          <p:cNvPr id="31754" name="Rectangle 7">
            <a:extLst>
              <a:ext uri="{FF2B5EF4-FFF2-40B4-BE49-F238E27FC236}">
                <a16:creationId xmlns:a16="http://schemas.microsoft.com/office/drawing/2014/main" id="{8303D94A-03E6-81E8-EF17-CCD720F9705B}"/>
              </a:ext>
            </a:extLst>
          </p:cNvPr>
          <p:cNvSpPr>
            <a:spLocks noChangeArrowheads="1"/>
          </p:cNvSpPr>
          <p:nvPr/>
        </p:nvSpPr>
        <p:spPr bwMode="auto">
          <a:xfrm>
            <a:off x="847725" y="976313"/>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5. KẾT QUẢ ĐẠT ĐƯỢC</a:t>
            </a:r>
            <a:endParaRPr lang="en-US" altLang="en-US" sz="36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2E59910E-67CE-6011-DB4C-B44087338966}"/>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33795" name="Slide Number Placeholder 4">
            <a:extLst>
              <a:ext uri="{FF2B5EF4-FFF2-40B4-BE49-F238E27FC236}">
                <a16:creationId xmlns:a16="http://schemas.microsoft.com/office/drawing/2014/main" id="{2F40F078-0121-8586-1497-9607A7AF2F34}"/>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33796" name="Rectangle 90" descr="Parchment">
            <a:extLst>
              <a:ext uri="{FF2B5EF4-FFF2-40B4-BE49-F238E27FC236}">
                <a16:creationId xmlns:a16="http://schemas.microsoft.com/office/drawing/2014/main" id="{91964C4D-D242-2536-B2C9-74612E5E9593}"/>
              </a:ext>
            </a:extLst>
          </p:cNvPr>
          <p:cNvSpPr>
            <a:spLocks noChangeArrowheads="1"/>
          </p:cNvSpPr>
          <p:nvPr/>
        </p:nvSpPr>
        <p:spPr bwMode="auto">
          <a:xfrm>
            <a:off x="990600" y="1758950"/>
            <a:ext cx="10210800"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23000"/>
              </a:lnSpc>
              <a:buFont typeface="Wingdings" panose="05000000000000000000" pitchFamily="2" charset="2"/>
              <a:buNone/>
            </a:pPr>
            <a:r>
              <a:rPr lang="vi-VN" altLang="en-US">
                <a:solidFill>
                  <a:srgbClr val="00359E"/>
                </a:solidFill>
                <a:latin typeface="Times New Roman" panose="02020603050405020304" pitchFamily="18" charset="0"/>
                <a:cs typeface="Times New Roman" panose="02020603050405020304" pitchFamily="18" charset="0"/>
              </a:rPr>
              <a:t>Đề tài đã xây dựng thành công một hệ thống giám sát mực nước khoang tàu theo thời gian thực, sử dụng cảm biến analog, PLC và HMI, tích hợp khả năng truyền dữ liệu từ xa qua nền tảng IoT. Hệ thống không chỉ dừng lại ở chức năng giám sát mà còn cho phép phân tích xu hướng biến đổi của mực nước, từ đó nâng cao khả năng phát hiện sớm nguy cơ ngập khoang và hỗ trợ hiệu quả cho công tác bảo đảm an toàn kỹ thuật tàu Hải quân.</a:t>
            </a:r>
            <a:endParaRPr lang="en-US" altLang="en-US">
              <a:solidFill>
                <a:srgbClr val="00359E"/>
              </a:solidFill>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2A15DA13-7A66-EA35-26F6-F3B17D1E87BA}"/>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33798" name="TextBox 1">
            <a:extLst>
              <a:ext uri="{FF2B5EF4-FFF2-40B4-BE49-F238E27FC236}">
                <a16:creationId xmlns:a16="http://schemas.microsoft.com/office/drawing/2014/main" id="{C191FA77-BC57-39BE-7FBD-E4C16C4B3841}"/>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33799" name="Picture 2">
            <a:extLst>
              <a:ext uri="{FF2B5EF4-FFF2-40B4-BE49-F238E27FC236}">
                <a16:creationId xmlns:a16="http://schemas.microsoft.com/office/drawing/2014/main" id="{D5846CFF-1910-26D6-8A7A-0724137AD15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0" name="Rectangle 7">
            <a:extLst>
              <a:ext uri="{FF2B5EF4-FFF2-40B4-BE49-F238E27FC236}">
                <a16:creationId xmlns:a16="http://schemas.microsoft.com/office/drawing/2014/main" id="{5F43652B-E890-8D64-AAEE-FDD543CD153A}"/>
              </a:ext>
            </a:extLst>
          </p:cNvPr>
          <p:cNvSpPr>
            <a:spLocks noChangeArrowheads="1"/>
          </p:cNvSpPr>
          <p:nvPr/>
        </p:nvSpPr>
        <p:spPr bwMode="auto">
          <a:xfrm>
            <a:off x="762000" y="976313"/>
            <a:ext cx="11125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 typeface="Wingdings" panose="05000000000000000000" pitchFamily="2" charset="2"/>
              <a:buNone/>
            </a:pPr>
            <a:r>
              <a:rPr lang="en-US" altLang="en-US" b="1">
                <a:solidFill>
                  <a:srgbClr val="0070C0"/>
                </a:solidFill>
                <a:latin typeface="Times New Roman" panose="02020603050405020304" pitchFamily="18" charset="0"/>
                <a:cs typeface="Times New Roman" panose="02020603050405020304" pitchFamily="18" charset="0"/>
              </a:rPr>
              <a:t>6. KẾT LUẬN VÀ HƯỚNG PHÁT TRIỂN</a:t>
            </a:r>
            <a:endParaRPr lang="en-US" altLang="en-US">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A456BA8A-56A8-976A-65BA-0CD0953DD86B}"/>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35843" name="Slide Number Placeholder 4">
            <a:extLst>
              <a:ext uri="{FF2B5EF4-FFF2-40B4-BE49-F238E27FC236}">
                <a16:creationId xmlns:a16="http://schemas.microsoft.com/office/drawing/2014/main" id="{F53BDBFE-FF05-6422-5376-CE2653E0395E}"/>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4" name="Rounded Rectangle 3">
            <a:extLst>
              <a:ext uri="{FF2B5EF4-FFF2-40B4-BE49-F238E27FC236}">
                <a16:creationId xmlns:a16="http://schemas.microsoft.com/office/drawing/2014/main" id="{1B53140D-9371-D4AB-CF94-97720CC0EEB1}"/>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35845" name="TextBox 1">
            <a:extLst>
              <a:ext uri="{FF2B5EF4-FFF2-40B4-BE49-F238E27FC236}">
                <a16:creationId xmlns:a16="http://schemas.microsoft.com/office/drawing/2014/main" id="{213D4DA1-487F-6AA7-8957-722D52B34E12}"/>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35846" name="Picture 2">
            <a:extLst>
              <a:ext uri="{FF2B5EF4-FFF2-40B4-BE49-F238E27FC236}">
                <a16:creationId xmlns:a16="http://schemas.microsoft.com/office/drawing/2014/main" id="{61B48FA4-7655-26CB-06B3-1CF2F128AD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7">
            <a:extLst>
              <a:ext uri="{FF2B5EF4-FFF2-40B4-BE49-F238E27FC236}">
                <a16:creationId xmlns:a16="http://schemas.microsoft.com/office/drawing/2014/main" id="{1E354DA8-1BA6-68DA-F42F-FB172D121EC7}"/>
              </a:ext>
            </a:extLst>
          </p:cNvPr>
          <p:cNvSpPr>
            <a:spLocks noChangeArrowheads="1"/>
          </p:cNvSpPr>
          <p:nvPr/>
        </p:nvSpPr>
        <p:spPr bwMode="auto">
          <a:xfrm>
            <a:off x="762000" y="976313"/>
            <a:ext cx="11125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 typeface="Wingdings" panose="05000000000000000000" pitchFamily="2" charset="2"/>
              <a:buNone/>
            </a:pPr>
            <a:r>
              <a:rPr lang="en-US" altLang="en-US" b="1">
                <a:solidFill>
                  <a:srgbClr val="0070C0"/>
                </a:solidFill>
                <a:latin typeface="Times New Roman" panose="02020603050405020304" pitchFamily="18" charset="0"/>
                <a:cs typeface="Times New Roman" panose="02020603050405020304" pitchFamily="18" charset="0"/>
              </a:rPr>
              <a:t>6. KẾT LUẬN VÀ HƯỚNG PHÁT TRIỂN</a:t>
            </a:r>
            <a:endParaRPr lang="en-US" altLang="en-US">
              <a:solidFill>
                <a:srgbClr val="0070C0"/>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57F984D-73D5-69DB-7966-94BBE49E9A79}"/>
              </a:ext>
            </a:extLst>
          </p:cNvPr>
          <p:cNvSpPr/>
          <p:nvPr/>
        </p:nvSpPr>
        <p:spPr>
          <a:xfrm>
            <a:off x="609600" y="1492250"/>
            <a:ext cx="11201400" cy="4862513"/>
          </a:xfrm>
          <a:prstGeom prst="rect">
            <a:avLst/>
          </a:prstGeom>
        </p:spPr>
        <p:txBody>
          <a:bodyPr>
            <a:spAutoFit/>
          </a:bodyPr>
          <a:lstStyle/>
          <a:p>
            <a:pPr>
              <a:defRPr/>
            </a:pPr>
            <a:r>
              <a:rPr lang="vi-VN" sz="2800" b="1" dirty="0"/>
              <a:t>Tính mới và sáng tạo của đề tài:</a:t>
            </a:r>
            <a:endParaRPr lang="vi-VN" sz="2800" dirty="0"/>
          </a:p>
          <a:p>
            <a:pPr>
              <a:spcBef>
                <a:spcPts val="600"/>
              </a:spcBef>
              <a:defRPr/>
            </a:pPr>
            <a:r>
              <a:rPr lang="en-US" sz="2800" dirty="0">
                <a:solidFill>
                  <a:srgbClr val="00359E"/>
                </a:solidFill>
              </a:rPr>
              <a:t>1. </a:t>
            </a:r>
            <a:r>
              <a:rPr lang="vi-VN" sz="2800" dirty="0">
                <a:solidFill>
                  <a:srgbClr val="00359E"/>
                </a:solidFill>
              </a:rPr>
              <a:t>Chuyển từ giám sát ngưỡng rời rạc sang giám sát liên tục theo thời gian thực</a:t>
            </a:r>
            <a:r>
              <a:rPr lang="vi-VN" sz="2800" dirty="0"/>
              <a:t>. </a:t>
            </a:r>
          </a:p>
          <a:p>
            <a:pPr>
              <a:spcBef>
                <a:spcPts val="600"/>
              </a:spcBef>
              <a:defRPr/>
            </a:pPr>
            <a:r>
              <a:rPr lang="en-US" sz="2800" dirty="0">
                <a:solidFill>
                  <a:srgbClr val="00CC00"/>
                </a:solidFill>
              </a:rPr>
              <a:t>2. </a:t>
            </a:r>
            <a:r>
              <a:rPr lang="vi-VN" sz="2800" dirty="0">
                <a:solidFill>
                  <a:srgbClr val="00CC00"/>
                </a:solidFill>
              </a:rPr>
              <a:t>Bổ sung tham số tốc độ ngập (vf) thay vì chỉ sử dụng giá trị mực nước. </a:t>
            </a:r>
          </a:p>
          <a:p>
            <a:pPr>
              <a:spcBef>
                <a:spcPts val="600"/>
              </a:spcBef>
              <a:defRPr/>
            </a:pPr>
            <a:r>
              <a:rPr lang="en-US" sz="2800" dirty="0">
                <a:solidFill>
                  <a:srgbClr val="00B0F0"/>
                </a:solidFill>
              </a:rPr>
              <a:t>3. </a:t>
            </a:r>
            <a:r>
              <a:rPr lang="vi-VN" sz="2800" dirty="0">
                <a:solidFill>
                  <a:srgbClr val="00B0F0"/>
                </a:solidFill>
              </a:rPr>
              <a:t>Kết hợp yếu tố ổn định tàu (GM, góc nghiêng) vào bài toán cảnh báo kỹ thuật. </a:t>
            </a:r>
          </a:p>
          <a:p>
            <a:pPr>
              <a:spcBef>
                <a:spcPts val="600"/>
              </a:spcBef>
              <a:defRPr/>
            </a:pPr>
            <a:r>
              <a:rPr lang="en-US" sz="2800" dirty="0">
                <a:solidFill>
                  <a:srgbClr val="FF0000"/>
                </a:solidFill>
              </a:rPr>
              <a:t>4. </a:t>
            </a:r>
            <a:r>
              <a:rPr lang="vi-VN" sz="2800" dirty="0">
                <a:solidFill>
                  <a:srgbClr val="FF0000"/>
                </a:solidFill>
              </a:rPr>
              <a:t>Đề xuất chỉ số rủi ro tổng hợp R phục vụ đánh giá mức độ nguy hiểm</a:t>
            </a:r>
            <a:r>
              <a:rPr lang="vi-VN" sz="2800" dirty="0"/>
              <a:t>. </a:t>
            </a:r>
          </a:p>
          <a:p>
            <a:pPr>
              <a:spcBef>
                <a:spcPts val="600"/>
              </a:spcBef>
              <a:defRPr/>
            </a:pPr>
            <a:r>
              <a:rPr lang="en-US" sz="2800" dirty="0">
                <a:solidFill>
                  <a:srgbClr val="00359E"/>
                </a:solidFill>
              </a:rPr>
              <a:t>5. </a:t>
            </a:r>
            <a:r>
              <a:rPr lang="vi-VN" sz="2800" dirty="0">
                <a:solidFill>
                  <a:srgbClr val="00359E"/>
                </a:solidFill>
              </a:rPr>
              <a:t>Tích hợp PLC – HMI – IoT trong một kiến trúc thống nhất, có khả năng mở rộng. </a:t>
            </a:r>
          </a:p>
          <a:p>
            <a:pPr>
              <a:spcBef>
                <a:spcPts val="600"/>
              </a:spcBef>
              <a:defRPr/>
            </a:pPr>
            <a:r>
              <a:rPr lang="en-US" sz="2800" dirty="0">
                <a:solidFill>
                  <a:schemeClr val="tx1">
                    <a:lumMod val="60000"/>
                    <a:lumOff val="40000"/>
                  </a:schemeClr>
                </a:solidFill>
              </a:rPr>
              <a:t>6. </a:t>
            </a:r>
            <a:r>
              <a:rPr lang="vi-VN" sz="2800" dirty="0">
                <a:solidFill>
                  <a:schemeClr val="tx1">
                    <a:lumMod val="60000"/>
                    <a:lumOff val="40000"/>
                  </a:schemeClr>
                </a:solidFill>
              </a:rPr>
              <a:t>Hỗ trợ giám sát từ xa, phù hợp xu hướng chuyển đổi số trong Hải quân.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47D61A39-E3FC-A122-8087-0BD9E419F754}"/>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37891" name="Slide Number Placeholder 4">
            <a:extLst>
              <a:ext uri="{FF2B5EF4-FFF2-40B4-BE49-F238E27FC236}">
                <a16:creationId xmlns:a16="http://schemas.microsoft.com/office/drawing/2014/main" id="{56A359DD-3E5E-BCCB-03CE-36829523B571}"/>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37892" name="Rectangle 90" descr="Parchment">
            <a:extLst>
              <a:ext uri="{FF2B5EF4-FFF2-40B4-BE49-F238E27FC236}">
                <a16:creationId xmlns:a16="http://schemas.microsoft.com/office/drawing/2014/main" id="{C75D0047-AC4B-65F4-884B-043CFC972154}"/>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0B7B244A-59E2-D52D-05B9-E31AA05ACE02}"/>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37894" name="TextBox 1">
            <a:extLst>
              <a:ext uri="{FF2B5EF4-FFF2-40B4-BE49-F238E27FC236}">
                <a16:creationId xmlns:a16="http://schemas.microsoft.com/office/drawing/2014/main" id="{C2B83B5C-6B36-70B2-DA55-746C7F21E680}"/>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37895" name="Picture 2">
            <a:extLst>
              <a:ext uri="{FF2B5EF4-FFF2-40B4-BE49-F238E27FC236}">
                <a16:creationId xmlns:a16="http://schemas.microsoft.com/office/drawing/2014/main" id="{57060E3C-F60F-35FF-C2B8-02C126050B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Rectangle 7">
            <a:extLst>
              <a:ext uri="{FF2B5EF4-FFF2-40B4-BE49-F238E27FC236}">
                <a16:creationId xmlns:a16="http://schemas.microsoft.com/office/drawing/2014/main" id="{C1368368-E2D9-FF31-FB39-BE0570FBEF40}"/>
              </a:ext>
            </a:extLst>
          </p:cNvPr>
          <p:cNvSpPr>
            <a:spLocks noChangeArrowheads="1"/>
          </p:cNvSpPr>
          <p:nvPr/>
        </p:nvSpPr>
        <p:spPr bwMode="auto">
          <a:xfrm>
            <a:off x="744538" y="1127125"/>
            <a:ext cx="111252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V. </a:t>
            </a:r>
            <a:r>
              <a:rPr lang="vi-VN" altLang="en-US" b="1">
                <a:solidFill>
                  <a:srgbClr val="00359E"/>
                </a:solidFill>
                <a:latin typeface="Times New Roman" panose="02020603050405020304" pitchFamily="18" charset="0"/>
                <a:cs typeface="Times New Roman" panose="02020603050405020304" pitchFamily="18" charset="0"/>
              </a:rPr>
              <a:t>HƯỚNG PHÁT TRIỂN:</a:t>
            </a:r>
            <a:endParaRPr lang="en-US" altLang="en-US" sz="3200">
              <a:solidFill>
                <a:srgbClr val="00359E"/>
              </a:solidFill>
              <a:latin typeface="Times New Roman" panose="02020603050405020304" pitchFamily="18" charset="0"/>
              <a:cs typeface="Times New Roman" panose="02020603050405020304" pitchFamily="18" charset="0"/>
            </a:endParaRPr>
          </a:p>
        </p:txBody>
      </p:sp>
      <p:sp>
        <p:nvSpPr>
          <p:cNvPr id="37897" name="Rectangle 1">
            <a:extLst>
              <a:ext uri="{FF2B5EF4-FFF2-40B4-BE49-F238E27FC236}">
                <a16:creationId xmlns:a16="http://schemas.microsoft.com/office/drawing/2014/main" id="{896F6517-9F14-AC14-2DA1-3BFDFE62CFFA}"/>
              </a:ext>
            </a:extLst>
          </p:cNvPr>
          <p:cNvSpPr>
            <a:spLocks noChangeArrowheads="1"/>
          </p:cNvSpPr>
          <p:nvPr/>
        </p:nvSpPr>
        <p:spPr bwMode="auto">
          <a:xfrm>
            <a:off x="744538" y="1966913"/>
            <a:ext cx="105156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9263">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130000"/>
              </a:lnSpc>
              <a:spcBef>
                <a:spcPts val="600"/>
              </a:spcBef>
              <a:buClrTx/>
              <a:buFontTx/>
              <a:buNone/>
            </a:pPr>
            <a:br>
              <a:rPr lang="vi-VN" altLang="en-US">
                <a:latin typeface="Times New Roman" panose="02020603050405020304" pitchFamily="18" charset="0"/>
                <a:cs typeface="Times New Roman" panose="02020603050405020304" pitchFamily="18" charset="0"/>
              </a:rPr>
            </a:br>
            <a:r>
              <a:rPr lang="vi-VN" altLang="en-US">
                <a:latin typeface="Times New Roman" panose="02020603050405020304" pitchFamily="18" charset="0"/>
                <a:cs typeface="Times New Roman" panose="02020603050405020304" pitchFamily="18" charset="0"/>
              </a:rPr>
              <a:t>Trong thời gian tới, hệ thống có thể tiếp tục phát triển theo các hướng: tích hợp trí tuệ nhân tạo để dự báo sớm nguy cơ ngập khoang; kết nối với hệ thống SCADA toàn tàu nhằm đồng bộ dữ liệu kỹ thuật; và tiến tới điều khiển tự động các hệ thống bơm chống ngập, góp phần xây dựng hệ thống quản lý an toàn tàu thông minh và tự động hóa cao.</a:t>
            </a:r>
            <a:endParaRPr lang="en-US" altLang="en-US">
              <a:solidFill>
                <a:srgbClr val="07170A"/>
              </a:solidFill>
              <a:latin typeface="Times New Roman" panose="02020603050405020304" pitchFamily="18" charset="0"/>
              <a:ea typeface="Arial Unicode MS" pitchFamily="34" charset="-128"/>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Date Placeholder 2">
            <a:extLst>
              <a:ext uri="{FF2B5EF4-FFF2-40B4-BE49-F238E27FC236}">
                <a16:creationId xmlns:a16="http://schemas.microsoft.com/office/drawing/2014/main" id="{B91ACD91-2C00-F411-CBD0-FE8C7AB49619}"/>
              </a:ext>
            </a:extLst>
          </p:cNvPr>
          <p:cNvSpPr>
            <a:spLocks noGrp="1"/>
          </p:cNvSpPr>
          <p:nvPr>
            <p:ph type="dt" sz="quarter" idx="10"/>
          </p:nvPr>
        </p:nvSpPr>
        <p:spPr/>
        <p:txBody>
          <a:bodyPr/>
          <a:lstStyle/>
          <a:p>
            <a:pPr>
              <a:defRPr/>
            </a:pPr>
            <a:fld id="{043FD9BF-0335-4F70-9360-4929F61AAE31}" type="datetime1">
              <a:rPr lang="en-US"/>
              <a:pPr>
                <a:defRPr/>
              </a:pPr>
              <a:t>11/04/2026</a:t>
            </a:fld>
            <a:endParaRPr lang="en-US" dirty="0"/>
          </a:p>
        </p:txBody>
      </p:sp>
      <p:sp>
        <p:nvSpPr>
          <p:cNvPr id="39939" name="Slide Number Placeholder 4">
            <a:extLst>
              <a:ext uri="{FF2B5EF4-FFF2-40B4-BE49-F238E27FC236}">
                <a16:creationId xmlns:a16="http://schemas.microsoft.com/office/drawing/2014/main" id="{9BADC14D-D3EC-3D97-6402-1EDBC422E6DF}"/>
              </a:ext>
            </a:extLst>
          </p:cNvPr>
          <p:cNvSpPr>
            <a:spLocks noGrp="1"/>
          </p:cNvSpPr>
          <p:nvPr>
            <p:ph type="sldNum" sz="quarter" idx="12"/>
          </p:nvPr>
        </p:nvSpPr>
        <p:spPr>
          <a:xfrm>
            <a:off x="4430713" y="6400800"/>
            <a:ext cx="3819525" cy="28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1400">
                <a:solidFill>
                  <a:srgbClr val="FF0000"/>
                </a:solidFill>
                <a:latin typeface="Times New Roman" panose="02020603050405020304" pitchFamily="18" charset="0"/>
              </a:rPr>
              <a:t>SÁNG TẠO KHOA HỌC TRẺ LẦN 3</a:t>
            </a:r>
          </a:p>
        </p:txBody>
      </p:sp>
      <p:sp>
        <p:nvSpPr>
          <p:cNvPr id="39940" name="Rectangle 90" descr="Parchment">
            <a:extLst>
              <a:ext uri="{FF2B5EF4-FFF2-40B4-BE49-F238E27FC236}">
                <a16:creationId xmlns:a16="http://schemas.microsoft.com/office/drawing/2014/main" id="{2170F830-551E-E235-F0C5-1B0302985DDD}"/>
              </a:ext>
            </a:extLst>
          </p:cNvPr>
          <p:cNvSpPr>
            <a:spLocks noChangeArrowheads="1"/>
          </p:cNvSpPr>
          <p:nvPr/>
        </p:nvSpPr>
        <p:spPr bwMode="auto">
          <a:xfrm>
            <a:off x="1524000" y="3328988"/>
            <a:ext cx="2873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60000"/>
              </a:lnSpc>
              <a:spcBef>
                <a:spcPct val="50000"/>
              </a:spcBef>
              <a:buClrTx/>
              <a:buFontTx/>
              <a:buChar char="-"/>
            </a:pPr>
            <a:endParaRPr lang="en-US" altLang="en-US" sz="2400">
              <a:solidFill>
                <a:srgbClr val="07170A"/>
              </a:solidFill>
              <a:latin typeface="Times New Roman" panose="02020603050405020304" pitchFamily="18" charset="0"/>
            </a:endParaRPr>
          </a:p>
        </p:txBody>
      </p:sp>
      <p:sp>
        <p:nvSpPr>
          <p:cNvPr id="4" name="Rounded Rectangle 3">
            <a:extLst>
              <a:ext uri="{FF2B5EF4-FFF2-40B4-BE49-F238E27FC236}">
                <a16:creationId xmlns:a16="http://schemas.microsoft.com/office/drawing/2014/main" id="{B7B944E9-9186-76A2-52D4-6867E9395C0F}"/>
              </a:ext>
            </a:extLst>
          </p:cNvPr>
          <p:cNvSpPr/>
          <p:nvPr/>
        </p:nvSpPr>
        <p:spPr>
          <a:xfrm>
            <a:off x="8001000" y="6437313"/>
            <a:ext cx="3200400" cy="2460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err="1">
                <a:latin typeface="Times New Roman" panose="02020603050405020304" pitchFamily="18" charset="0"/>
                <a:cs typeface="Times New Roman" panose="02020603050405020304" pitchFamily="18" charset="0"/>
              </a:rPr>
              <a:t>ĐƠN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VỊ</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TIỂU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ĐOÀN</a:t>
            </a:r>
            <a:r>
              <a:rPr lang="en-US" sz="1600" dirty="0">
                <a:latin typeface="Times New Roman" panose="02020603050405020304" pitchFamily="18" charset="0"/>
                <a:cs typeface="Times New Roman" panose="02020603050405020304" pitchFamily="18" charset="0"/>
              </a:rPr>
              <a:t> 3</a:t>
            </a:r>
          </a:p>
        </p:txBody>
      </p:sp>
      <p:sp>
        <p:nvSpPr>
          <p:cNvPr id="39942" name="TextBox 1">
            <a:extLst>
              <a:ext uri="{FF2B5EF4-FFF2-40B4-BE49-F238E27FC236}">
                <a16:creationId xmlns:a16="http://schemas.microsoft.com/office/drawing/2014/main" id="{8C750029-9E9F-F436-121B-0B6D93B05C20}"/>
              </a:ext>
            </a:extLst>
          </p:cNvPr>
          <p:cNvSpPr txBox="1">
            <a:spLocks noChangeArrowheads="1"/>
          </p:cNvSpPr>
          <p:nvPr/>
        </p:nvSpPr>
        <p:spPr bwMode="auto">
          <a:xfrm>
            <a:off x="1968500" y="228600"/>
            <a:ext cx="762793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ClrTx/>
              <a:buFontTx/>
              <a:buNone/>
            </a:pPr>
            <a:r>
              <a:rPr lang="en-US" altLang="en-US" sz="2600" b="1">
                <a:solidFill>
                  <a:schemeClr val="bg1"/>
                </a:solidFill>
                <a:latin typeface="Times New Roman" panose="02020603050405020304" pitchFamily="18" charset="0"/>
              </a:rPr>
              <a:t>SÁNG TẠO KHOA HỌC TRẺ HVHQ LẦN THỨ 3</a:t>
            </a:r>
          </a:p>
        </p:txBody>
      </p:sp>
      <p:pic>
        <p:nvPicPr>
          <p:cNvPr id="39943" name="Picture 2">
            <a:extLst>
              <a:ext uri="{FF2B5EF4-FFF2-40B4-BE49-F238E27FC236}">
                <a16:creationId xmlns:a16="http://schemas.microsoft.com/office/drawing/2014/main" id="{4F7F96DF-E084-015A-6AEE-1F70F960EF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2800" y="9525"/>
            <a:ext cx="91440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4" name="Rectangle 7">
            <a:extLst>
              <a:ext uri="{FF2B5EF4-FFF2-40B4-BE49-F238E27FC236}">
                <a16:creationId xmlns:a16="http://schemas.microsoft.com/office/drawing/2014/main" id="{5EDD5CDD-1330-3A9C-CB16-90A8AC5E9DD8}"/>
              </a:ext>
            </a:extLst>
          </p:cNvPr>
          <p:cNvSpPr>
            <a:spLocks noChangeArrowheads="1"/>
          </p:cNvSpPr>
          <p:nvPr/>
        </p:nvSpPr>
        <p:spPr bwMode="auto">
          <a:xfrm>
            <a:off x="1811338" y="1116013"/>
            <a:ext cx="7546975"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b="1">
                <a:solidFill>
                  <a:srgbClr val="00359E"/>
                </a:solidFill>
                <a:latin typeface="Times New Roman" panose="02020603050405020304" pitchFamily="18" charset="0"/>
                <a:cs typeface="Times New Roman" panose="02020603050405020304" pitchFamily="18" charset="0"/>
              </a:rPr>
              <a:t>NHÓM TÁC GIẢ TRÂN TRỌNG CẢM ƠN</a:t>
            </a:r>
            <a:endParaRPr lang="en-US" altLang="en-US" sz="3200">
              <a:solidFill>
                <a:srgbClr val="00359E"/>
              </a:solidFill>
              <a:latin typeface="Times New Roman" panose="02020603050405020304" pitchFamily="18" charset="0"/>
              <a:cs typeface="Times New Roman" panose="02020603050405020304" pitchFamily="18" charset="0"/>
            </a:endParaRPr>
          </a:p>
        </p:txBody>
      </p:sp>
      <p:sp>
        <p:nvSpPr>
          <p:cNvPr id="39945" name="Rectangle 7">
            <a:extLst>
              <a:ext uri="{FF2B5EF4-FFF2-40B4-BE49-F238E27FC236}">
                <a16:creationId xmlns:a16="http://schemas.microsoft.com/office/drawing/2014/main" id="{F6B4836E-5208-2D73-EDD5-939C6DD76721}"/>
              </a:ext>
            </a:extLst>
          </p:cNvPr>
          <p:cNvSpPr>
            <a:spLocks noChangeArrowheads="1"/>
          </p:cNvSpPr>
          <p:nvPr/>
        </p:nvSpPr>
        <p:spPr bwMode="auto">
          <a:xfrm>
            <a:off x="587375" y="1751013"/>
            <a:ext cx="115062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a:solidFill>
                  <a:srgbClr val="00359E"/>
                </a:solidFill>
                <a:latin typeface="Times New Roman" panose="02020603050405020304" pitchFamily="18" charset="0"/>
                <a:cs typeface="Times New Roman" panose="02020603050405020304" pitchFamily="18" charset="0"/>
              </a:rPr>
              <a:t>Thủ trưởng, Hội đồng nghiệm thu đã chú ý lắng nghe phần trình bày của nhóm</a:t>
            </a:r>
            <a:endParaRPr lang="en-US" altLang="en-US" sz="3200">
              <a:solidFill>
                <a:srgbClr val="00359E"/>
              </a:solidFill>
              <a:latin typeface="Times New Roman" panose="02020603050405020304" pitchFamily="18" charset="0"/>
              <a:cs typeface="Times New Roman" panose="02020603050405020304" pitchFamily="18" charset="0"/>
            </a:endParaRPr>
          </a:p>
        </p:txBody>
      </p:sp>
      <p:sp>
        <p:nvSpPr>
          <p:cNvPr id="39946" name="Rectangle 7">
            <a:extLst>
              <a:ext uri="{FF2B5EF4-FFF2-40B4-BE49-F238E27FC236}">
                <a16:creationId xmlns:a16="http://schemas.microsoft.com/office/drawing/2014/main" id="{8B6093A0-5071-61AE-BC30-07BFD9AD898A}"/>
              </a:ext>
            </a:extLst>
          </p:cNvPr>
          <p:cNvSpPr>
            <a:spLocks noChangeArrowheads="1"/>
          </p:cNvSpPr>
          <p:nvPr/>
        </p:nvSpPr>
        <p:spPr bwMode="auto">
          <a:xfrm>
            <a:off x="777875" y="2557463"/>
            <a:ext cx="11125200"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a:solidFill>
                  <a:srgbClr val="00359E"/>
                </a:solidFill>
                <a:latin typeface="Times New Roman" panose="02020603050405020304" pitchFamily="18" charset="0"/>
                <a:cs typeface="Times New Roman" panose="02020603050405020304" pitchFamily="18" charset="0"/>
              </a:rPr>
              <a:t>Trân trọng cảm ơn các đồng chí giảng viên:</a:t>
            </a:r>
          </a:p>
          <a:p>
            <a:pPr algn="just">
              <a:lnSpc>
                <a:spcPct val="90000"/>
              </a:lnSpc>
              <a:spcBef>
                <a:spcPct val="0"/>
              </a:spcBef>
              <a:spcAft>
                <a:spcPts val="600"/>
              </a:spcAft>
              <a:buClrTx/>
              <a:buFont typeface="Wingdings" panose="05000000000000000000" pitchFamily="2" charset="2"/>
              <a:buNone/>
            </a:pPr>
            <a:r>
              <a:rPr lang="en-US" altLang="en-US">
                <a:solidFill>
                  <a:schemeClr val="tx2"/>
                </a:solidFill>
                <a:latin typeface="Times New Roman" panose="02020603050405020304" pitchFamily="18" charset="0"/>
                <a:cs typeface="Times New Roman" panose="02020603050405020304" pitchFamily="18" charset="0"/>
              </a:rPr>
              <a:t>Đại tá Đỗ Mạnh Đản Chủ nhiệm bộ môn Cơ sở tự động, khoa KTCS</a:t>
            </a:r>
          </a:p>
          <a:p>
            <a:pPr algn="just">
              <a:lnSpc>
                <a:spcPct val="90000"/>
              </a:lnSpc>
              <a:spcBef>
                <a:spcPct val="0"/>
              </a:spcBef>
              <a:spcAft>
                <a:spcPts val="600"/>
              </a:spcAft>
              <a:buClrTx/>
              <a:buFont typeface="Wingdings" panose="05000000000000000000" pitchFamily="2" charset="2"/>
              <a:buNone/>
            </a:pPr>
            <a:r>
              <a:rPr lang="en-US" altLang="en-US">
                <a:solidFill>
                  <a:schemeClr val="tx2"/>
                </a:solidFill>
                <a:latin typeface="Times New Roman" panose="02020603050405020304" pitchFamily="18" charset="0"/>
                <a:cs typeface="Times New Roman" panose="02020603050405020304" pitchFamily="18" charset="0"/>
              </a:rPr>
              <a:t>Đại tá Trần Công Thành Chủ nhiệm bộ môn Kỹ thuật điện, khoa KTCS</a:t>
            </a:r>
          </a:p>
          <a:p>
            <a:pPr algn="just">
              <a:lnSpc>
                <a:spcPct val="90000"/>
              </a:lnSpc>
              <a:spcBef>
                <a:spcPct val="0"/>
              </a:spcBef>
              <a:spcAft>
                <a:spcPts val="600"/>
              </a:spcAft>
              <a:buClrTx/>
              <a:buFont typeface="Wingdings" panose="05000000000000000000" pitchFamily="2" charset="2"/>
              <a:buNone/>
            </a:pPr>
            <a:r>
              <a:rPr lang="en-US" altLang="en-US">
                <a:solidFill>
                  <a:schemeClr val="tx2"/>
                </a:solidFill>
                <a:latin typeface="Times New Roman" panose="02020603050405020304" pitchFamily="18" charset="0"/>
                <a:cs typeface="Times New Roman" panose="02020603050405020304" pitchFamily="18" charset="0"/>
              </a:rPr>
              <a:t>Thiếu tá Bùi Văn Thụ, giảng viên bộ môn cơ sở tự động, khoa KTCS</a:t>
            </a:r>
          </a:p>
          <a:p>
            <a:pPr algn="just">
              <a:lnSpc>
                <a:spcPct val="90000"/>
              </a:lnSpc>
              <a:spcBef>
                <a:spcPct val="0"/>
              </a:spcBef>
              <a:spcAft>
                <a:spcPts val="600"/>
              </a:spcAft>
              <a:buClrTx/>
              <a:buFont typeface="Wingdings" panose="05000000000000000000" pitchFamily="2" charset="2"/>
              <a:buNone/>
            </a:pPr>
            <a:r>
              <a:rPr lang="en-US" altLang="en-US">
                <a:solidFill>
                  <a:schemeClr val="tx2"/>
                </a:solidFill>
                <a:latin typeface="Times New Roman" panose="02020603050405020304" pitchFamily="18" charset="0"/>
                <a:cs typeface="Times New Roman" panose="02020603050405020304" pitchFamily="18" charset="0"/>
              </a:rPr>
              <a:t>Thiếu tá Trần Anh Thảo, giảng viên bộ môn cơ sở tự động, khoa KTCS</a:t>
            </a:r>
          </a:p>
          <a:p>
            <a:pPr algn="just">
              <a:lnSpc>
                <a:spcPct val="90000"/>
              </a:lnSpc>
              <a:spcBef>
                <a:spcPct val="0"/>
              </a:spcBef>
              <a:spcAft>
                <a:spcPts val="600"/>
              </a:spcAft>
              <a:buClrTx/>
              <a:buFont typeface="Wingdings" panose="05000000000000000000" pitchFamily="2" charset="2"/>
              <a:buNone/>
            </a:pPr>
            <a:r>
              <a:rPr lang="en-US" altLang="en-US">
                <a:solidFill>
                  <a:schemeClr val="tx2"/>
                </a:solidFill>
                <a:latin typeface="Times New Roman" panose="02020603050405020304" pitchFamily="18" charset="0"/>
                <a:cs typeface="Times New Roman" panose="02020603050405020304" pitchFamily="18" charset="0"/>
              </a:rPr>
              <a:t>Trung úy Phan Văn Tài, giảng viên bộ môn Cơ sở tự động, khoa KTCS</a:t>
            </a:r>
          </a:p>
        </p:txBody>
      </p:sp>
      <p:sp>
        <p:nvSpPr>
          <p:cNvPr id="39947" name="Rectangle 7">
            <a:extLst>
              <a:ext uri="{FF2B5EF4-FFF2-40B4-BE49-F238E27FC236}">
                <a16:creationId xmlns:a16="http://schemas.microsoft.com/office/drawing/2014/main" id="{18F5869C-7B6B-8297-B3D8-DEBEC2FE3B33}"/>
              </a:ext>
            </a:extLst>
          </p:cNvPr>
          <p:cNvSpPr>
            <a:spLocks noChangeArrowheads="1"/>
          </p:cNvSpPr>
          <p:nvPr/>
        </p:nvSpPr>
        <p:spPr bwMode="auto">
          <a:xfrm>
            <a:off x="1096963" y="5557838"/>
            <a:ext cx="111252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a:solidFill>
                  <a:schemeClr val="tx1"/>
                </a:solidFill>
                <a:latin typeface="Verdana" panose="020B060403050404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lnSpc>
                <a:spcPct val="90000"/>
              </a:lnSpc>
              <a:spcBef>
                <a:spcPct val="0"/>
              </a:spcBef>
              <a:spcAft>
                <a:spcPts val="600"/>
              </a:spcAft>
              <a:buClrTx/>
              <a:buFont typeface="Wingdings" panose="05000000000000000000" pitchFamily="2" charset="2"/>
              <a:buNone/>
            </a:pPr>
            <a:r>
              <a:rPr lang="en-US" altLang="en-US">
                <a:solidFill>
                  <a:srgbClr val="00359E"/>
                </a:solidFill>
                <a:latin typeface="Times New Roman" panose="02020603050405020304" pitchFamily="18" charset="0"/>
                <a:cs typeface="Times New Roman" panose="02020603050405020304" pitchFamily="18" charset="0"/>
              </a:rPr>
              <a:t>Đã tận tình hướng dẫn, giúp đỡ, hỗ trợ nhóm thực hiện đề tài</a:t>
            </a:r>
            <a:endParaRPr lang="en-US" altLang="en-US" sz="3200">
              <a:solidFill>
                <a:srgbClr val="00359E"/>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db2004134l">
  <a:themeElements>
    <a:clrScheme name="cdb2004134l 9">
      <a:dk1>
        <a:srgbClr val="1C5E29"/>
      </a:dk1>
      <a:lt1>
        <a:srgbClr val="FFFFFF"/>
      </a:lt1>
      <a:dk2>
        <a:srgbClr val="0F5D1C"/>
      </a:dk2>
      <a:lt2>
        <a:srgbClr val="DDDDDD"/>
      </a:lt2>
      <a:accent1>
        <a:srgbClr val="3AA854"/>
      </a:accent1>
      <a:accent2>
        <a:srgbClr val="68DA8B"/>
      </a:accent2>
      <a:accent3>
        <a:srgbClr val="FFFFFF"/>
      </a:accent3>
      <a:accent4>
        <a:srgbClr val="164F21"/>
      </a:accent4>
      <a:accent5>
        <a:srgbClr val="AED1B3"/>
      </a:accent5>
      <a:accent6>
        <a:srgbClr val="5EC57D"/>
      </a:accent6>
      <a:hlink>
        <a:srgbClr val="A4EB91"/>
      </a:hlink>
      <a:folHlink>
        <a:srgbClr val="99C25C"/>
      </a:folHlink>
    </a:clrScheme>
    <a:fontScheme name="cdb2004134l">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db2004134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cdb2004134l 2">
        <a:dk1>
          <a:srgbClr val="23387D"/>
        </a:dk1>
        <a:lt1>
          <a:srgbClr val="FFFFFF"/>
        </a:lt1>
        <a:dk2>
          <a:srgbClr val="1A3D97"/>
        </a:dk2>
        <a:lt2>
          <a:srgbClr val="DDDDDD"/>
        </a:lt2>
        <a:accent1>
          <a:srgbClr val="4972BB"/>
        </a:accent1>
        <a:accent2>
          <a:srgbClr val="6A99D8"/>
        </a:accent2>
        <a:accent3>
          <a:srgbClr val="FFFFFF"/>
        </a:accent3>
        <a:accent4>
          <a:srgbClr val="1C2E6A"/>
        </a:accent4>
        <a:accent5>
          <a:srgbClr val="B1BCDA"/>
        </a:accent5>
        <a:accent6>
          <a:srgbClr val="5F8AC4"/>
        </a:accent6>
        <a:hlink>
          <a:srgbClr val="96B1E6"/>
        </a:hlink>
        <a:folHlink>
          <a:srgbClr val="99C25C"/>
        </a:folHlink>
      </a:clrScheme>
      <a:clrMap bg1="lt1" tx1="dk1" bg2="lt2" tx2="dk2" accent1="accent1" accent2="accent2" accent3="accent3" accent4="accent4" accent5="accent5" accent6="accent6" hlink="hlink" folHlink="folHlink"/>
    </a:extraClrScheme>
    <a:extraClrScheme>
      <a:clrScheme name="cdb2004134l 3">
        <a:dk1>
          <a:srgbClr val="23387D"/>
        </a:dk1>
        <a:lt1>
          <a:srgbClr val="FFFFFF"/>
        </a:lt1>
        <a:dk2>
          <a:srgbClr val="1A3D97"/>
        </a:dk2>
        <a:lt2>
          <a:srgbClr val="DDDDDD"/>
        </a:lt2>
        <a:accent1>
          <a:srgbClr val="6E51A7"/>
        </a:accent1>
        <a:accent2>
          <a:srgbClr val="8C8EE0"/>
        </a:accent2>
        <a:accent3>
          <a:srgbClr val="FFFFFF"/>
        </a:accent3>
        <a:accent4>
          <a:srgbClr val="1C2E6A"/>
        </a:accent4>
        <a:accent5>
          <a:srgbClr val="BAB3D0"/>
        </a:accent5>
        <a:accent6>
          <a:srgbClr val="7E80CB"/>
        </a:accent6>
        <a:hlink>
          <a:srgbClr val="96B1E6"/>
        </a:hlink>
        <a:folHlink>
          <a:srgbClr val="7BB329"/>
        </a:folHlink>
      </a:clrScheme>
      <a:clrMap bg1="lt1" tx1="dk1" bg2="lt2" tx2="dk2" accent1="accent1" accent2="accent2" accent3="accent3" accent4="accent4" accent5="accent5" accent6="accent6" hlink="hlink" folHlink="folHlink"/>
    </a:extraClrScheme>
    <a:extraClrScheme>
      <a:clrScheme name="cdb2004134l 4">
        <a:dk1>
          <a:srgbClr val="247C35"/>
        </a:dk1>
        <a:lt1>
          <a:srgbClr val="FFFFFF"/>
        </a:lt1>
        <a:dk2>
          <a:srgbClr val="19992E"/>
        </a:dk2>
        <a:lt2>
          <a:srgbClr val="DDDDDD"/>
        </a:lt2>
        <a:accent1>
          <a:srgbClr val="47BD5D"/>
        </a:accent1>
        <a:accent2>
          <a:srgbClr val="68DA8B"/>
        </a:accent2>
        <a:accent3>
          <a:srgbClr val="FFFFFF"/>
        </a:accent3>
        <a:accent4>
          <a:srgbClr val="1D692C"/>
        </a:accent4>
        <a:accent5>
          <a:srgbClr val="B1DBB6"/>
        </a:accent5>
        <a:accent6>
          <a:srgbClr val="5EC57D"/>
        </a:accent6>
        <a:hlink>
          <a:srgbClr val="A4EB91"/>
        </a:hlink>
        <a:folHlink>
          <a:srgbClr val="99C25C"/>
        </a:folHlink>
      </a:clrScheme>
      <a:clrMap bg1="lt1" tx1="dk1" bg2="lt2" tx2="dk2" accent1="accent1" accent2="accent2" accent3="accent3" accent4="accent4" accent5="accent5" accent6="accent6" hlink="hlink" folHlink="folHlink"/>
    </a:extraClrScheme>
    <a:extraClrScheme>
      <a:clrScheme name="cdb2004134l 5">
        <a:dk1>
          <a:srgbClr val="247C35"/>
        </a:dk1>
        <a:lt1>
          <a:srgbClr val="FFFFFF"/>
        </a:lt1>
        <a:dk2>
          <a:srgbClr val="19992E"/>
        </a:dk2>
        <a:lt2>
          <a:srgbClr val="DDDDDD"/>
        </a:lt2>
        <a:accent1>
          <a:srgbClr val="349046"/>
        </a:accent1>
        <a:accent2>
          <a:srgbClr val="68DA8B"/>
        </a:accent2>
        <a:accent3>
          <a:srgbClr val="FFFFFF"/>
        </a:accent3>
        <a:accent4>
          <a:srgbClr val="1D692C"/>
        </a:accent4>
        <a:accent5>
          <a:srgbClr val="AEC6B0"/>
        </a:accent5>
        <a:accent6>
          <a:srgbClr val="5EC57D"/>
        </a:accent6>
        <a:hlink>
          <a:srgbClr val="A4EB91"/>
        </a:hlink>
        <a:folHlink>
          <a:srgbClr val="99C25C"/>
        </a:folHlink>
      </a:clrScheme>
      <a:clrMap bg1="lt1" tx1="dk1" bg2="lt2" tx2="dk2" accent1="accent1" accent2="accent2" accent3="accent3" accent4="accent4" accent5="accent5" accent6="accent6" hlink="hlink" folHlink="folHlink"/>
    </a:extraClrScheme>
    <a:extraClrScheme>
      <a:clrScheme name="cdb2004134l 6">
        <a:dk1>
          <a:srgbClr val="247C35"/>
        </a:dk1>
        <a:lt1>
          <a:srgbClr val="FFFFFF"/>
        </a:lt1>
        <a:dk2>
          <a:srgbClr val="0F5D1C"/>
        </a:dk2>
        <a:lt2>
          <a:srgbClr val="DDDDDD"/>
        </a:lt2>
        <a:accent1>
          <a:srgbClr val="349046"/>
        </a:accent1>
        <a:accent2>
          <a:srgbClr val="68DA8B"/>
        </a:accent2>
        <a:accent3>
          <a:srgbClr val="FFFFFF"/>
        </a:accent3>
        <a:accent4>
          <a:srgbClr val="1D692C"/>
        </a:accent4>
        <a:accent5>
          <a:srgbClr val="AEC6B0"/>
        </a:accent5>
        <a:accent6>
          <a:srgbClr val="5EC57D"/>
        </a:accent6>
        <a:hlink>
          <a:srgbClr val="A4EB91"/>
        </a:hlink>
        <a:folHlink>
          <a:srgbClr val="99C25C"/>
        </a:folHlink>
      </a:clrScheme>
      <a:clrMap bg1="lt1" tx1="dk1" bg2="lt2" tx2="dk2" accent1="accent1" accent2="accent2" accent3="accent3" accent4="accent4" accent5="accent5" accent6="accent6" hlink="hlink" folHlink="folHlink"/>
    </a:extraClrScheme>
    <a:extraClrScheme>
      <a:clrScheme name="cdb2004134l 7">
        <a:dk1>
          <a:srgbClr val="247C35"/>
        </a:dk1>
        <a:lt1>
          <a:srgbClr val="FFFFFF"/>
        </a:lt1>
        <a:dk2>
          <a:srgbClr val="0F5D1C"/>
        </a:dk2>
        <a:lt2>
          <a:srgbClr val="DDDDDD"/>
        </a:lt2>
        <a:accent1>
          <a:srgbClr val="3AA854"/>
        </a:accent1>
        <a:accent2>
          <a:srgbClr val="68DA8B"/>
        </a:accent2>
        <a:accent3>
          <a:srgbClr val="FFFFFF"/>
        </a:accent3>
        <a:accent4>
          <a:srgbClr val="1D692C"/>
        </a:accent4>
        <a:accent5>
          <a:srgbClr val="AED1B3"/>
        </a:accent5>
        <a:accent6>
          <a:srgbClr val="5EC57D"/>
        </a:accent6>
        <a:hlink>
          <a:srgbClr val="A4EB91"/>
        </a:hlink>
        <a:folHlink>
          <a:srgbClr val="99C25C"/>
        </a:folHlink>
      </a:clrScheme>
      <a:clrMap bg1="lt1" tx1="dk1" bg2="lt2" tx2="dk2" accent1="accent1" accent2="accent2" accent3="accent3" accent4="accent4" accent5="accent5" accent6="accent6" hlink="hlink" folHlink="folHlink"/>
    </a:extraClrScheme>
    <a:extraClrScheme>
      <a:clrScheme name="cdb2004134l 8">
        <a:dk1>
          <a:srgbClr val="164A20"/>
        </a:dk1>
        <a:lt1>
          <a:srgbClr val="FFFFFF"/>
        </a:lt1>
        <a:dk2>
          <a:srgbClr val="0F5D1C"/>
        </a:dk2>
        <a:lt2>
          <a:srgbClr val="DDDDDD"/>
        </a:lt2>
        <a:accent1>
          <a:srgbClr val="3AA854"/>
        </a:accent1>
        <a:accent2>
          <a:srgbClr val="68DA8B"/>
        </a:accent2>
        <a:accent3>
          <a:srgbClr val="FFFFFF"/>
        </a:accent3>
        <a:accent4>
          <a:srgbClr val="113E1A"/>
        </a:accent4>
        <a:accent5>
          <a:srgbClr val="AED1B3"/>
        </a:accent5>
        <a:accent6>
          <a:srgbClr val="5EC57D"/>
        </a:accent6>
        <a:hlink>
          <a:srgbClr val="A4EB91"/>
        </a:hlink>
        <a:folHlink>
          <a:srgbClr val="99C25C"/>
        </a:folHlink>
      </a:clrScheme>
      <a:clrMap bg1="lt1" tx1="dk1" bg2="lt2" tx2="dk2" accent1="accent1" accent2="accent2" accent3="accent3" accent4="accent4" accent5="accent5" accent6="accent6" hlink="hlink" folHlink="folHlink"/>
    </a:extraClrScheme>
    <a:extraClrScheme>
      <a:clrScheme name="cdb2004134l 9">
        <a:dk1>
          <a:srgbClr val="1C5E29"/>
        </a:dk1>
        <a:lt1>
          <a:srgbClr val="FFFFFF"/>
        </a:lt1>
        <a:dk2>
          <a:srgbClr val="0F5D1C"/>
        </a:dk2>
        <a:lt2>
          <a:srgbClr val="DDDDDD"/>
        </a:lt2>
        <a:accent1>
          <a:srgbClr val="3AA854"/>
        </a:accent1>
        <a:accent2>
          <a:srgbClr val="68DA8B"/>
        </a:accent2>
        <a:accent3>
          <a:srgbClr val="FFFFFF"/>
        </a:accent3>
        <a:accent4>
          <a:srgbClr val="164F21"/>
        </a:accent4>
        <a:accent5>
          <a:srgbClr val="AED1B3"/>
        </a:accent5>
        <a:accent6>
          <a:srgbClr val="5EC57D"/>
        </a:accent6>
        <a:hlink>
          <a:srgbClr val="A4EB91"/>
        </a:hlink>
        <a:folHlink>
          <a:srgbClr val="99C25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cdb2004134l</Template>
  <TotalTime>10913</TotalTime>
  <Words>2616</Words>
  <Application>Microsoft Office PowerPoint</Application>
  <PresentationFormat>Widescreen</PresentationFormat>
  <Paragraphs>259</Paragraphs>
  <Slides>20</Slides>
  <Notes>15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Times New Roman</vt:lpstr>
      <vt:lpstr>Arial</vt:lpstr>
      <vt:lpstr>Verdana</vt:lpstr>
      <vt:lpstr>Wingdings</vt:lpstr>
      <vt:lpstr>Calibri</vt:lpstr>
      <vt:lpstr>Calibri Light</vt:lpstr>
      <vt:lpstr>Arial Unicode MS</vt:lpstr>
      <vt:lpstr>cdb2004134l</vt:lpstr>
      <vt:lpstr>MathType 7.0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cfoc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qh</dc:creator>
  <cp:lastModifiedBy>Bùi Thanh Xuân</cp:lastModifiedBy>
  <cp:revision>1565</cp:revision>
  <dcterms:created xsi:type="dcterms:W3CDTF">2009-05-10T03:14:35Z</dcterms:created>
  <dcterms:modified xsi:type="dcterms:W3CDTF">2026-04-11T01:51:58Z</dcterms:modified>
</cp:coreProperties>
</file>