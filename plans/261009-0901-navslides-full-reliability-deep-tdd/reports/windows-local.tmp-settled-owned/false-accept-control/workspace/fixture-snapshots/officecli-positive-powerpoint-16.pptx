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0673-0F88-40F2-A844-5B40B1DCC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E8919-5DAE-4482-B8FB-3BDE9473B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88FC-F087-436F-9832-ADD6814A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EC4B1-C389-4181-9048-53D23FCC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75B28-286E-4D7E-9C1A-D227FFF0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3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1737-4169-4822-88FB-E392E7E1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0BBEE-8A53-43A9-802B-2DBCA872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A7EB6-36E6-4583-9C20-AD0EE76B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C67D5-488A-4670-BDF8-5492B5A1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3733-1793-4BC2-B147-223DAB94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7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E41D-5955-41B8-9900-9EF76C46F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EA80F-262E-4003-8F3A-7C95DB603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A9EDD-DB6F-4575-8E98-D79A828B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95F1C-DBE4-4CC3-BE66-ADB90D13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F542-F913-4B93-840B-6187DA04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3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A4EF-D72F-42FF-856A-1672A340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661E-FD17-4315-9737-586B4B2AF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75E44-EF34-4E05-B767-50103B628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EA2D7-F507-41CD-A00A-0A22513C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86C35-15E1-498A-AC98-4988A6A1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5467A-0B8F-4D97-8F6E-BBB9432D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7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A936-9629-4777-8B42-073933B8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D01B3-BAA0-4341-844F-64D5137CD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D7872-2083-45CB-BE89-BFFBC2CF1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133FB3-5075-4EEA-9CC2-2C05A9181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A9339-EA11-452C-8AD0-154B7BF2CD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06CFE-2B6B-4B5B-A4AF-F73D9AD9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437FA-5BB7-46AC-97C8-4E8926C9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EEA19-404F-4A3E-9DDE-7BF21695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4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CF92-3E7B-47E5-83B3-D0AE57FE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AA0B5-9664-4461-91F6-C7407FAC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DBDEF-106D-4C34-BABC-BF0A325F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353F0-A8F6-4368-B3AE-EA7A353F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6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E5F39-7E70-4F39-89DA-28D40832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D1696-9708-4808-BD96-770C75B1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222F9-9B74-44B8-9526-55AF7C16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6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E305-FDF1-4C29-B668-405A55752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0720-62BD-4747-B045-AEB94C25D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EB0E3-2652-433F-81A6-B8697DE69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8CBA0-769B-4D76-B787-29AAED52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A3197-8BEB-4B0A-8C26-D332C863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D30FD-B2F5-4AC4-B695-FC0A3DE1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1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E644-4EEE-4F23-8375-FE39FDBE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0B75A-808E-41AE-A7B1-162836A90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2D877-DB3E-48CC-9927-E474E33B3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ACD22-B8B5-4BF9-8776-C5826128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4BF5A-E42A-4F66-86DA-3346BD40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82BF8-B329-4CD8-99EB-B9E8355F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7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7011-76DC-4C58-A625-54C70111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54519-9D7E-44C7-A08E-CEEA75D64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36450-8CAB-4600-BF85-05835146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7C009-D24C-418D-BC52-88A8C1D1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59F9F-6A1A-4B5E-9765-8B3793DE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2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494FB-F93B-4DC6-9E7C-FA21C939D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FCD77-B048-42ED-9ACB-E6F36B338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86744-8DEF-4295-804B-7F550A1F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5DA0C-F4BA-463E-8712-1E8C1DD5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1BF1-621D-4117-AED7-017EA906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844F7-A1AA-45DD-AAA0-A60CBB5A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3BF8F-7DD4-41DA-8572-E310D0E23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87CC-4307-41FF-9C9C-4C7C0BCC9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B045B-FE0B-42BD-A75E-2131D07ED2FD}" type="datetimeFigureOut">
              <a:rPr lang="en-US" smtClean="0"/>
              <a:t>27/09/2026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2E2F2-1010-4548-994B-7F7D06482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BDDB9-5F9B-4CA1-B8F6-6646FEA7F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95008-94D6-4353-9554-C33BD760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7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224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2026-09-27T05:26:49Z</dcterms:created>
  <dcterms:modified xsi:type="dcterms:W3CDTF">2026-09-27T05:26:49Z</dcterms:modified>
</cp:coreProperties>
</file>